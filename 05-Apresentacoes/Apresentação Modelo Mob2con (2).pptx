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y="5143500" cx="9144000"/>
  <p:notesSz cx="6858000" cy="9144000"/>
  <p:embeddedFontLst>
    <p:embeddedFont>
      <p:font typeface="Raleway"/>
      <p:regular r:id="rId46"/>
      <p:bold r:id="rId47"/>
      <p:italic r:id="rId48"/>
      <p:boldItalic r:id="rId49"/>
    </p:embeddedFont>
    <p:embeddedFont>
      <p:font typeface="Raleway SemiBold"/>
      <p:regular r:id="rId50"/>
      <p:bold r:id="rId51"/>
      <p:italic r:id="rId52"/>
      <p:boldItalic r:id="rId53"/>
    </p:embeddedFont>
    <p:embeddedFont>
      <p:font typeface="Roboto Medium"/>
      <p:regular r:id="rId54"/>
      <p:bold r:id="rId55"/>
      <p:italic r:id="rId56"/>
      <p:boldItalic r:id="rId57"/>
    </p:embeddedFont>
    <p:embeddedFont>
      <p:font typeface="Roboto"/>
      <p:regular r:id="rId58"/>
      <p:bold r:id="rId59"/>
      <p:italic r:id="rId60"/>
      <p:boldItalic r:id="rId61"/>
    </p:embeddedFont>
    <p:embeddedFont>
      <p:font typeface="Poppins"/>
      <p:regular r:id="rId62"/>
      <p:bold r:id="rId63"/>
      <p:italic r:id="rId64"/>
      <p:boldItalic r:id="rId65"/>
    </p:embeddedFont>
    <p:embeddedFont>
      <p:font typeface="Montserrat"/>
      <p:regular r:id="rId66"/>
      <p:bold r:id="rId67"/>
      <p:italic r:id="rId68"/>
      <p:boldItalic r:id="rId69"/>
    </p:embeddedFont>
    <p:embeddedFont>
      <p:font typeface="Raleway Black"/>
      <p:bold r:id="rId70"/>
      <p:boldItalic r:id="rId71"/>
    </p:embeddedFont>
    <p:embeddedFont>
      <p:font typeface="Poppins Light"/>
      <p:regular r:id="rId72"/>
      <p:bold r:id="rId73"/>
      <p:italic r:id="rId74"/>
      <p:boldItalic r:id="rId75"/>
    </p:embeddedFont>
    <p:embeddedFont>
      <p:font typeface="Raleway Light"/>
      <p:regular r:id="rId76"/>
      <p:bold r:id="rId77"/>
      <p:italic r:id="rId78"/>
      <p:boldItalic r:id="rId79"/>
    </p:embeddedFont>
    <p:embeddedFont>
      <p:font typeface="Raleway Medium"/>
      <p:regular r:id="rId80"/>
      <p:bold r:id="rId81"/>
      <p:italic r:id="rId82"/>
      <p:boldItalic r:id="rId83"/>
    </p:embeddedFont>
    <p:embeddedFont>
      <p:font typeface="Poppins SemiBold"/>
      <p:regular r:id="rId84"/>
      <p:bold r:id="rId85"/>
      <p:italic r:id="rId86"/>
      <p:boldItalic r:id="rId8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Usuário excluído"/>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font" Target="fonts/PoppinsSemiBold-regular.fntdata"/><Relationship Id="rId83" Type="http://schemas.openxmlformats.org/officeDocument/2006/relationships/font" Target="fonts/RalewayMedium-boldItalic.fntdata"/><Relationship Id="rId42" Type="http://schemas.openxmlformats.org/officeDocument/2006/relationships/slide" Target="slides/slide36.xml"/><Relationship Id="rId86" Type="http://schemas.openxmlformats.org/officeDocument/2006/relationships/font" Target="fonts/PoppinsSemiBold-italic.fntdata"/><Relationship Id="rId41" Type="http://schemas.openxmlformats.org/officeDocument/2006/relationships/slide" Target="slides/slide35.xml"/><Relationship Id="rId85" Type="http://schemas.openxmlformats.org/officeDocument/2006/relationships/font" Target="fonts/PoppinsSemiBold-bold.fntdata"/><Relationship Id="rId44" Type="http://schemas.openxmlformats.org/officeDocument/2006/relationships/slide" Target="slides/slide38.xml"/><Relationship Id="rId43" Type="http://schemas.openxmlformats.org/officeDocument/2006/relationships/slide" Target="slides/slide37.xml"/><Relationship Id="rId87" Type="http://schemas.openxmlformats.org/officeDocument/2006/relationships/font" Target="fonts/PoppinsSemiBold-boldItalic.fntdata"/><Relationship Id="rId46" Type="http://schemas.openxmlformats.org/officeDocument/2006/relationships/font" Target="fonts/Raleway-regular.fntdata"/><Relationship Id="rId45" Type="http://schemas.openxmlformats.org/officeDocument/2006/relationships/slide" Target="slides/slide39.xml"/><Relationship Id="rId80" Type="http://schemas.openxmlformats.org/officeDocument/2006/relationships/font" Target="fonts/RalewayMedium-regular.fntdata"/><Relationship Id="rId82" Type="http://schemas.openxmlformats.org/officeDocument/2006/relationships/font" Target="fonts/RalewayMedium-italic.fntdata"/><Relationship Id="rId81" Type="http://schemas.openxmlformats.org/officeDocument/2006/relationships/font" Target="fonts/RalewayMedium-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48" Type="http://schemas.openxmlformats.org/officeDocument/2006/relationships/font" Target="fonts/Raleway-italic.fntdata"/><Relationship Id="rId47" Type="http://schemas.openxmlformats.org/officeDocument/2006/relationships/font" Target="fonts/Raleway-bold.fntdata"/><Relationship Id="rId49" Type="http://schemas.openxmlformats.org/officeDocument/2006/relationships/font" Target="fonts/Raleway-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PoppinsLight-bold.fntdata"/><Relationship Id="rId72" Type="http://schemas.openxmlformats.org/officeDocument/2006/relationships/font" Target="fonts/PoppinsLight-regular.fntdata"/><Relationship Id="rId31" Type="http://schemas.openxmlformats.org/officeDocument/2006/relationships/slide" Target="slides/slide25.xml"/><Relationship Id="rId75" Type="http://schemas.openxmlformats.org/officeDocument/2006/relationships/font" Target="fonts/PoppinsLight-boldItalic.fntdata"/><Relationship Id="rId30" Type="http://schemas.openxmlformats.org/officeDocument/2006/relationships/slide" Target="slides/slide24.xml"/><Relationship Id="rId74" Type="http://schemas.openxmlformats.org/officeDocument/2006/relationships/font" Target="fonts/PoppinsLight-italic.fntdata"/><Relationship Id="rId33" Type="http://schemas.openxmlformats.org/officeDocument/2006/relationships/slide" Target="slides/slide27.xml"/><Relationship Id="rId77" Type="http://schemas.openxmlformats.org/officeDocument/2006/relationships/font" Target="fonts/RalewayLight-bold.fntdata"/><Relationship Id="rId32" Type="http://schemas.openxmlformats.org/officeDocument/2006/relationships/slide" Target="slides/slide26.xml"/><Relationship Id="rId76" Type="http://schemas.openxmlformats.org/officeDocument/2006/relationships/font" Target="fonts/RalewayLight-regular.fntdata"/><Relationship Id="rId35" Type="http://schemas.openxmlformats.org/officeDocument/2006/relationships/slide" Target="slides/slide29.xml"/><Relationship Id="rId79" Type="http://schemas.openxmlformats.org/officeDocument/2006/relationships/font" Target="fonts/RalewayLight-boldItalic.fntdata"/><Relationship Id="rId34" Type="http://schemas.openxmlformats.org/officeDocument/2006/relationships/slide" Target="slides/slide28.xml"/><Relationship Id="rId78" Type="http://schemas.openxmlformats.org/officeDocument/2006/relationships/font" Target="fonts/RalewayLight-italic.fntdata"/><Relationship Id="rId71" Type="http://schemas.openxmlformats.org/officeDocument/2006/relationships/font" Target="fonts/RalewayBlack-boldItalic.fntdata"/><Relationship Id="rId70" Type="http://schemas.openxmlformats.org/officeDocument/2006/relationships/font" Target="fonts/RalewayBlack-bold.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Poppins-regular.fntdata"/><Relationship Id="rId61" Type="http://schemas.openxmlformats.org/officeDocument/2006/relationships/font" Target="fonts/Roboto-boldItalic.fntdata"/><Relationship Id="rId20" Type="http://schemas.openxmlformats.org/officeDocument/2006/relationships/slide" Target="slides/slide14.xml"/><Relationship Id="rId64" Type="http://schemas.openxmlformats.org/officeDocument/2006/relationships/font" Target="fonts/Poppins-italic.fntdata"/><Relationship Id="rId63" Type="http://schemas.openxmlformats.org/officeDocument/2006/relationships/font" Target="fonts/Poppins-bold.fntdata"/><Relationship Id="rId22" Type="http://schemas.openxmlformats.org/officeDocument/2006/relationships/slide" Target="slides/slide16.xml"/><Relationship Id="rId66" Type="http://schemas.openxmlformats.org/officeDocument/2006/relationships/font" Target="fonts/Montserrat-regular.fntdata"/><Relationship Id="rId21" Type="http://schemas.openxmlformats.org/officeDocument/2006/relationships/slide" Target="slides/slide15.xml"/><Relationship Id="rId65" Type="http://schemas.openxmlformats.org/officeDocument/2006/relationships/font" Target="fonts/Poppins-boldItalic.fntdata"/><Relationship Id="rId24" Type="http://schemas.openxmlformats.org/officeDocument/2006/relationships/slide" Target="slides/slide18.xml"/><Relationship Id="rId68" Type="http://schemas.openxmlformats.org/officeDocument/2006/relationships/font" Target="fonts/Montserrat-italic.fntdata"/><Relationship Id="rId23" Type="http://schemas.openxmlformats.org/officeDocument/2006/relationships/slide" Target="slides/slide17.xml"/><Relationship Id="rId67" Type="http://schemas.openxmlformats.org/officeDocument/2006/relationships/font" Target="fonts/Montserrat-bold.fntdata"/><Relationship Id="rId60" Type="http://schemas.openxmlformats.org/officeDocument/2006/relationships/font" Target="fonts/Roboto-italic.fntdata"/><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Montserrat-bold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RalewaySemiBold-bold.fntdata"/><Relationship Id="rId50" Type="http://schemas.openxmlformats.org/officeDocument/2006/relationships/font" Target="fonts/RalewaySemiBold-regular.fntdata"/><Relationship Id="rId53" Type="http://schemas.openxmlformats.org/officeDocument/2006/relationships/font" Target="fonts/RalewaySemiBold-boldItalic.fntdata"/><Relationship Id="rId52" Type="http://schemas.openxmlformats.org/officeDocument/2006/relationships/font" Target="fonts/RalewaySemiBold-italic.fntdata"/><Relationship Id="rId11" Type="http://schemas.openxmlformats.org/officeDocument/2006/relationships/slide" Target="slides/slide5.xml"/><Relationship Id="rId55" Type="http://schemas.openxmlformats.org/officeDocument/2006/relationships/font" Target="fonts/RobotoMedium-bold.fntdata"/><Relationship Id="rId10" Type="http://schemas.openxmlformats.org/officeDocument/2006/relationships/slide" Target="slides/slide4.xml"/><Relationship Id="rId54" Type="http://schemas.openxmlformats.org/officeDocument/2006/relationships/font" Target="fonts/RobotoMedium-regular.fntdata"/><Relationship Id="rId13" Type="http://schemas.openxmlformats.org/officeDocument/2006/relationships/slide" Target="slides/slide7.xml"/><Relationship Id="rId57" Type="http://schemas.openxmlformats.org/officeDocument/2006/relationships/font" Target="fonts/RobotoMedium-boldItalic.fntdata"/><Relationship Id="rId12" Type="http://schemas.openxmlformats.org/officeDocument/2006/relationships/slide" Target="slides/slide6.xml"/><Relationship Id="rId56" Type="http://schemas.openxmlformats.org/officeDocument/2006/relationships/font" Target="fonts/RobotoMedium-italic.fntdata"/><Relationship Id="rId15" Type="http://schemas.openxmlformats.org/officeDocument/2006/relationships/slide" Target="slides/slide9.xml"/><Relationship Id="rId59" Type="http://schemas.openxmlformats.org/officeDocument/2006/relationships/font" Target="fonts/Roboto-bold.fntdata"/><Relationship Id="rId14" Type="http://schemas.openxmlformats.org/officeDocument/2006/relationships/slide" Target="slides/slide8.xml"/><Relationship Id="rId58" Type="http://schemas.openxmlformats.org/officeDocument/2006/relationships/font" Target="fonts/Roboto-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3-11-13T18:40:33.933">
    <p:pos x="6000" y="0"/>
    <p:text>Fê, coloca o link de onde encontrar todos os logos aqui, por favor? @felipe.carvalho@mob2con.com.br</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1ea5b0445a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1ea5b0445a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1ea3d04eed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1ea3d04eed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1ea4fa5bf8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1ea4fa5bf8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1ea4fa5bf84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1ea4fa5bf84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958670790d_0_1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958670790d_0_1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958670790d_0_1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958670790d_0_1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958670790d_0_1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958670790d_0_1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958670790d_0_1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958670790d_0_1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1ea3d04eed0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1ea3d04eed0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1ea5b0445a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1ea5b0445a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958670790d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g2958670790d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958670790d_0_10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958670790d_0_10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958670790d_0_1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g2958670790d_0_1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1ea5b0445a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1ea5b0445a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958670790d_0_3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g2958670790d_0_3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2958670790d_0_1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 name="Google Shape;214;g2958670790d_0_1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958670790d_0_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 name="Google Shape;224;g2958670790d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2958670790d_0_2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 name="Google Shape;234;g2958670790d_0_2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2958670790d_0_2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 name="Google Shape;246;g2958670790d_0_2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2958670790d_0_2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8" name="Google Shape;258;g2958670790d_0_2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2958670790d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2958670790d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958670790d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2958670790d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958670790d_0_6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5" name="Google Shape;295;g2958670790d_0_6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2958670790d_0_6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4" name="Google Shape;304;g2958670790d_0_6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2958670790d_0_7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1" name="Google Shape;311;g2958670790d_0_7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2958670790d_0_7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8" name="Google Shape;318;g2958670790d_0_7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1ea5b0445a3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1ea5b0445a3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2958670790d_0_9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6" name="Google Shape;336;g2958670790d_0_9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1ea3d04eed0_0_1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2" name="Google Shape;352;g1ea3d04eed0_0_1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2958670790d_0_10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6" name="Google Shape;366;g2958670790d_0_10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2958670790d_0_11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5" name="Google Shape;375;g2958670790d_0_11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2958670790d_0_11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4" name="Google Shape;384;g2958670790d_0_11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2958670790d_0_11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4" name="Google Shape;394;g2958670790d_0_11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1ea3d04eed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1ea3d04eed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1ea5b0445a3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1ea5b0445a3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2958670790d_0_12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2958670790d_0_127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g2958670790d_0_1270: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pt-BR"/>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1ea5b0445a3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1ea5b0445a3_1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1ea3d04eed0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1ea3d04eed0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2958670790d_0_11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2958670790d_0_117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g2958670790d_0_1177: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pt-B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3">
  <p:cSld name="TITLE_3">
    <p:spTree>
      <p:nvGrpSpPr>
        <p:cNvPr id="50" name="Shape 50"/>
        <p:cNvGrpSpPr/>
        <p:nvPr/>
      </p:nvGrpSpPr>
      <p:grpSpPr>
        <a:xfrm>
          <a:off x="0" y="0"/>
          <a:ext cx="0" cy="0"/>
          <a:chOff x="0" y="0"/>
          <a:chExt cx="0" cy="0"/>
        </a:xfrm>
      </p:grpSpPr>
      <p:sp>
        <p:nvSpPr>
          <p:cNvPr id="51" name="Google Shape;51;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52" name="Google Shape;52;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3" name="Google Shape;53;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4">
  <p:cSld name="TITLE_4">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rtl="0" algn="ctr">
              <a:lnSpc>
                <a:spcPct val="10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Medium"/>
                <a:ea typeface="Roboto Medium"/>
                <a:cs typeface="Roboto Medium"/>
                <a:sym typeface="Roboto Medium"/>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Medium"/>
                <a:ea typeface="Roboto Medium"/>
                <a:cs typeface="Roboto Medium"/>
                <a:sym typeface="Roboto Medium"/>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Medium"/>
                <a:ea typeface="Roboto Medium"/>
                <a:cs typeface="Roboto Medium"/>
                <a:sym typeface="Roboto Medium"/>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Medium"/>
                <a:ea typeface="Roboto Medium"/>
                <a:cs typeface="Roboto Medium"/>
                <a:sym typeface="Roboto Medium"/>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Medium"/>
                <a:ea typeface="Roboto Medium"/>
                <a:cs typeface="Roboto Medium"/>
                <a:sym typeface="Roboto Medium"/>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Medium"/>
                <a:ea typeface="Roboto Medium"/>
                <a:cs typeface="Roboto Medium"/>
                <a:sym typeface="Roboto Medium"/>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Medium"/>
                <a:ea typeface="Roboto Medium"/>
                <a:cs typeface="Roboto Medium"/>
                <a:sym typeface="Roboto Medium"/>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Medium"/>
                <a:ea typeface="Roboto Medium"/>
                <a:cs typeface="Roboto Medium"/>
                <a:sym typeface="Roboto Medium"/>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Medium"/>
                <a:ea typeface="Roboto Medium"/>
                <a:cs typeface="Roboto Medium"/>
                <a:sym typeface="Roboto Medium"/>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7">
  <p:cSld name="TITLE_7">
    <p:spTree>
      <p:nvGrpSpPr>
        <p:cNvPr id="58" name="Shape 58"/>
        <p:cNvGrpSpPr/>
        <p:nvPr/>
      </p:nvGrpSpPr>
      <p:grpSpPr>
        <a:xfrm>
          <a:off x="0" y="0"/>
          <a:ext cx="0" cy="0"/>
          <a:chOff x="0" y="0"/>
          <a:chExt cx="0" cy="0"/>
        </a:xfrm>
      </p:grpSpPr>
      <p:sp>
        <p:nvSpPr>
          <p:cNvPr id="59" name="Google Shape;59;p1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rtl="0" algn="ctr">
              <a:lnSpc>
                <a:spcPct val="10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60" name="Google Shape;60;p1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61" name="Google Shape;61;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Medium"/>
                <a:ea typeface="Roboto Medium"/>
                <a:cs typeface="Roboto Medium"/>
                <a:sym typeface="Roboto Medium"/>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Medium"/>
                <a:ea typeface="Roboto Medium"/>
                <a:cs typeface="Roboto Medium"/>
                <a:sym typeface="Roboto Medium"/>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Medium"/>
                <a:ea typeface="Roboto Medium"/>
                <a:cs typeface="Roboto Medium"/>
                <a:sym typeface="Roboto Medium"/>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Medium"/>
                <a:ea typeface="Roboto Medium"/>
                <a:cs typeface="Roboto Medium"/>
                <a:sym typeface="Roboto Medium"/>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Medium"/>
                <a:ea typeface="Roboto Medium"/>
                <a:cs typeface="Roboto Medium"/>
                <a:sym typeface="Roboto Medium"/>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Medium"/>
                <a:ea typeface="Roboto Medium"/>
                <a:cs typeface="Roboto Medium"/>
                <a:sym typeface="Roboto Medium"/>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Medium"/>
                <a:ea typeface="Roboto Medium"/>
                <a:cs typeface="Roboto Medium"/>
                <a:sym typeface="Roboto Medium"/>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Medium"/>
                <a:ea typeface="Roboto Medium"/>
                <a:cs typeface="Roboto Medium"/>
                <a:sym typeface="Roboto Medium"/>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Medium"/>
                <a:ea typeface="Roboto Medium"/>
                <a:cs typeface="Roboto Medium"/>
                <a:sym typeface="Roboto Medium"/>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comments" Target="../comments/comment1.xml"/><Relationship Id="rId4" Type="http://schemas.openxmlformats.org/officeDocument/2006/relationships/image" Target="../media/image6.png"/><Relationship Id="rId5" Type="http://schemas.openxmlformats.org/officeDocument/2006/relationships/image" Target="../media/image8.png"/><Relationship Id="rId6" Type="http://schemas.openxmlformats.org/officeDocument/2006/relationships/image" Target="../media/image15.png"/><Relationship Id="rId7" Type="http://schemas.openxmlformats.org/officeDocument/2006/relationships/image" Target="../media/image10.png"/><Relationship Id="rId8"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9.png"/><Relationship Id="rId4" Type="http://schemas.openxmlformats.org/officeDocument/2006/relationships/image" Target="../media/image23.png"/><Relationship Id="rId5"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1.png"/><Relationship Id="rId5"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9.png"/><Relationship Id="rId4" Type="http://schemas.openxmlformats.org/officeDocument/2006/relationships/image" Target="../media/image23.png"/><Relationship Id="rId5"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4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8.png"/><Relationship Id="rId4" Type="http://schemas.openxmlformats.org/officeDocument/2006/relationships/image" Target="../media/image47.png"/><Relationship Id="rId5"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9.png"/><Relationship Id="rId4" Type="http://schemas.openxmlformats.org/officeDocument/2006/relationships/image" Target="../media/image23.png"/><Relationship Id="rId5"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9.png"/><Relationship Id="rId4" Type="http://schemas.openxmlformats.org/officeDocument/2006/relationships/image" Target="../media/image23.png"/><Relationship Id="rId5"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9.png"/><Relationship Id="rId4" Type="http://schemas.openxmlformats.org/officeDocument/2006/relationships/image" Target="../media/image23.png"/><Relationship Id="rId5"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9.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8.png"/><Relationship Id="rId4" Type="http://schemas.openxmlformats.org/officeDocument/2006/relationships/image" Target="../media/image40.png"/><Relationship Id="rId5" Type="http://schemas.openxmlformats.org/officeDocument/2006/relationships/image" Target="../media/image3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7.png"/><Relationship Id="rId4" Type="http://schemas.openxmlformats.org/officeDocument/2006/relationships/image" Target="../media/image4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5.png"/><Relationship Id="rId4" Type="http://schemas.openxmlformats.org/officeDocument/2006/relationships/image" Target="../media/image3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5.png"/><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9.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4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19.png"/><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3.png"/><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9.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9.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67" name="Google Shape;67;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68" name="Google Shape;68;p16"/>
          <p:cNvSpPr/>
          <p:nvPr/>
        </p:nvSpPr>
        <p:spPr>
          <a:xfrm>
            <a:off x="1950" y="0"/>
            <a:ext cx="9140100" cy="5143500"/>
          </a:xfrm>
          <a:prstGeom prst="roundRect">
            <a:avLst>
              <a:gd fmla="val -17778" name="adj"/>
            </a:avLst>
          </a:prstGeom>
          <a:solidFill>
            <a:srgbClr val="222222"/>
          </a:solidFill>
          <a:ln>
            <a:noFill/>
          </a:ln>
        </p:spPr>
        <p:txBody>
          <a:bodyPr anchorCtr="0" anchor="ctr" bIns="607200" lIns="507775" spcFirstLastPara="1" rIns="507775" wrap="square" tIns="607200">
            <a:noAutofit/>
          </a:bodyPr>
          <a:lstStyle/>
          <a:p>
            <a:pPr indent="0" lvl="0" marL="0" marR="0" rtl="0" algn="ctr">
              <a:lnSpc>
                <a:spcPct val="160000"/>
              </a:lnSpc>
              <a:spcBef>
                <a:spcPts val="0"/>
              </a:spcBef>
              <a:spcAft>
                <a:spcPts val="0"/>
              </a:spcAft>
              <a:buNone/>
            </a:pPr>
            <a:r>
              <a:t/>
            </a:r>
            <a:endParaRPr b="0" i="0" sz="900" u="none" cap="none" strike="noStrike">
              <a:solidFill>
                <a:srgbClr val="000000"/>
              </a:solidFill>
              <a:latin typeface="Calibri"/>
              <a:ea typeface="Calibri"/>
              <a:cs typeface="Calibri"/>
              <a:sym typeface="Calibri"/>
            </a:endParaRPr>
          </a:p>
        </p:txBody>
      </p:sp>
      <p:sp>
        <p:nvSpPr>
          <p:cNvPr id="69" name="Google Shape;69;p16"/>
          <p:cNvSpPr/>
          <p:nvPr/>
        </p:nvSpPr>
        <p:spPr>
          <a:xfrm>
            <a:off x="600975" y="1498500"/>
            <a:ext cx="7221000" cy="1807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lang="pt-BR" sz="5300">
                <a:solidFill>
                  <a:srgbClr val="F7F9FA"/>
                </a:solidFill>
                <a:latin typeface="Raleway Black"/>
                <a:ea typeface="Raleway Black"/>
                <a:cs typeface="Raleway Black"/>
                <a:sym typeface="Raleway Black"/>
              </a:rPr>
              <a:t>Guia de apresentação Mob2Con</a:t>
            </a:r>
            <a:endParaRPr i="0" sz="3050" u="none" cap="none" strike="noStrike">
              <a:solidFill>
                <a:srgbClr val="000000"/>
              </a:solidFill>
              <a:latin typeface="Raleway Black"/>
              <a:ea typeface="Raleway Black"/>
              <a:cs typeface="Raleway Black"/>
              <a:sym typeface="Raleway Black"/>
            </a:endParaRPr>
          </a:p>
        </p:txBody>
      </p:sp>
      <p:sp>
        <p:nvSpPr>
          <p:cNvPr id="70" name="Google Shape;70;p16"/>
          <p:cNvSpPr/>
          <p:nvPr/>
        </p:nvSpPr>
        <p:spPr>
          <a:xfrm>
            <a:off x="648000" y="3351375"/>
            <a:ext cx="3574200" cy="62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 name="Google Shape;71;p16"/>
          <p:cNvPicPr preferRelativeResize="0"/>
          <p:nvPr/>
        </p:nvPicPr>
        <p:blipFill>
          <a:blip r:embed="rId3">
            <a:alphaModFix/>
          </a:blip>
          <a:stretch>
            <a:fillRect/>
          </a:stretch>
        </p:blipFill>
        <p:spPr>
          <a:xfrm>
            <a:off x="-283502" y="-58275"/>
            <a:ext cx="729000" cy="729025"/>
          </a:xfrm>
          <a:prstGeom prst="rect">
            <a:avLst/>
          </a:prstGeom>
          <a:noFill/>
          <a:ln>
            <a:noFill/>
          </a:ln>
        </p:spPr>
      </p:pic>
      <p:pic>
        <p:nvPicPr>
          <p:cNvPr id="72" name="Google Shape;72;p16"/>
          <p:cNvPicPr preferRelativeResize="0"/>
          <p:nvPr/>
        </p:nvPicPr>
        <p:blipFill>
          <a:blip r:embed="rId4">
            <a:alphaModFix amt="35000"/>
          </a:blip>
          <a:stretch>
            <a:fillRect/>
          </a:stretch>
        </p:blipFill>
        <p:spPr>
          <a:xfrm>
            <a:off x="5459025" y="563625"/>
            <a:ext cx="4016249" cy="401624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78" name="Google Shape;78;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79" name="Google Shape;79;p17"/>
          <p:cNvSpPr/>
          <p:nvPr/>
        </p:nvSpPr>
        <p:spPr>
          <a:xfrm>
            <a:off x="-744" y="-1"/>
            <a:ext cx="9145500" cy="5279700"/>
          </a:xfrm>
          <a:prstGeom prst="rect">
            <a:avLst/>
          </a:prstGeom>
          <a:solidFill>
            <a:srgbClr val="11111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sp>
        <p:nvSpPr>
          <p:cNvPr id="80" name="Google Shape;80;p1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000"/>
              <a:buNone/>
            </a:pPr>
            <a:r>
              <a:rPr b="1" lang="pt-BR">
                <a:solidFill>
                  <a:schemeClr val="lt1"/>
                </a:solidFill>
                <a:latin typeface="Poppins"/>
                <a:ea typeface="Poppins"/>
                <a:cs typeface="Poppins"/>
                <a:sym typeface="Poppins"/>
              </a:rPr>
              <a:t>Vamos começar pelas regras ?</a:t>
            </a:r>
            <a:endParaRPr sz="2300">
              <a:solidFill>
                <a:schemeClr val="lt1"/>
              </a:solidFill>
              <a:latin typeface="Poppins Light"/>
              <a:ea typeface="Poppins Light"/>
              <a:cs typeface="Poppins Light"/>
              <a:sym typeface="Poppins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p:nvPr/>
        </p:nvSpPr>
        <p:spPr>
          <a:xfrm>
            <a:off x="-1587675" y="834400"/>
            <a:ext cx="4323300" cy="26700"/>
          </a:xfrm>
          <a:prstGeom prst="rect">
            <a:avLst/>
          </a:prstGeom>
          <a:solidFill>
            <a:srgbClr val="6F05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8"/>
          <p:cNvSpPr txBox="1"/>
          <p:nvPr/>
        </p:nvSpPr>
        <p:spPr>
          <a:xfrm>
            <a:off x="1674925" y="228225"/>
            <a:ext cx="51345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300">
                <a:solidFill>
                  <a:srgbClr val="9900FF"/>
                </a:solidFill>
                <a:latin typeface="Raleway"/>
                <a:ea typeface="Raleway"/>
                <a:cs typeface="Raleway"/>
                <a:sym typeface="Raleway"/>
              </a:rPr>
              <a:t>Cores Que devem ser usadas</a:t>
            </a:r>
            <a:endParaRPr sz="2300">
              <a:solidFill>
                <a:srgbClr val="9900FF"/>
              </a:solidFill>
              <a:latin typeface="Raleway"/>
              <a:ea typeface="Raleway"/>
              <a:cs typeface="Raleway"/>
              <a:sym typeface="Raleway"/>
            </a:endParaRPr>
          </a:p>
        </p:txBody>
      </p:sp>
      <p:sp>
        <p:nvSpPr>
          <p:cNvPr id="87" name="Google Shape;87;p18"/>
          <p:cNvSpPr/>
          <p:nvPr/>
        </p:nvSpPr>
        <p:spPr>
          <a:xfrm>
            <a:off x="1786200" y="1520175"/>
            <a:ext cx="1374000" cy="1374000"/>
          </a:xfrm>
          <a:prstGeom prst="rect">
            <a:avLst/>
          </a:prstGeom>
          <a:solidFill>
            <a:srgbClr val="F4690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 name="Google Shape;88;p18"/>
          <p:cNvSpPr/>
          <p:nvPr/>
        </p:nvSpPr>
        <p:spPr>
          <a:xfrm>
            <a:off x="1786213" y="3079075"/>
            <a:ext cx="1374000" cy="1374000"/>
          </a:xfrm>
          <a:prstGeom prst="rect">
            <a:avLst/>
          </a:prstGeom>
          <a:solidFill>
            <a:srgbClr val="6F0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 name="Google Shape;89;p18"/>
          <p:cNvSpPr/>
          <p:nvPr/>
        </p:nvSpPr>
        <p:spPr>
          <a:xfrm>
            <a:off x="3268438" y="1520175"/>
            <a:ext cx="1374000" cy="1374000"/>
          </a:xfrm>
          <a:prstGeom prst="rect">
            <a:avLst/>
          </a:prstGeom>
          <a:solidFill>
            <a:srgbClr val="43434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 name="Google Shape;90;p18"/>
          <p:cNvSpPr/>
          <p:nvPr/>
        </p:nvSpPr>
        <p:spPr>
          <a:xfrm>
            <a:off x="3268463" y="3079075"/>
            <a:ext cx="1374000" cy="1374000"/>
          </a:xfrm>
          <a:prstGeom prst="rect">
            <a:avLst/>
          </a:prstGeom>
          <a:solidFill>
            <a:srgbClr val="11111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 name="Google Shape;91;p18"/>
          <p:cNvSpPr txBox="1"/>
          <p:nvPr/>
        </p:nvSpPr>
        <p:spPr>
          <a:xfrm>
            <a:off x="1883100" y="2007075"/>
            <a:ext cx="1180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chemeClr val="lt1"/>
                </a:solidFill>
                <a:latin typeface="Poppins"/>
                <a:ea typeface="Poppins"/>
                <a:cs typeface="Poppins"/>
                <a:sym typeface="Poppins"/>
              </a:rPr>
              <a:t>#f46901ff</a:t>
            </a:r>
            <a:endParaRPr>
              <a:solidFill>
                <a:schemeClr val="lt1"/>
              </a:solidFill>
              <a:latin typeface="Poppins"/>
              <a:ea typeface="Poppins"/>
              <a:cs typeface="Poppins"/>
              <a:sym typeface="Poppins"/>
            </a:endParaRPr>
          </a:p>
        </p:txBody>
      </p:sp>
      <p:sp>
        <p:nvSpPr>
          <p:cNvPr id="92" name="Google Shape;92;p18"/>
          <p:cNvSpPr txBox="1"/>
          <p:nvPr/>
        </p:nvSpPr>
        <p:spPr>
          <a:xfrm>
            <a:off x="3365350" y="2062600"/>
            <a:ext cx="1180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chemeClr val="lt1"/>
                </a:solidFill>
                <a:latin typeface="Poppins"/>
                <a:ea typeface="Poppins"/>
                <a:cs typeface="Poppins"/>
                <a:sym typeface="Poppins"/>
              </a:rPr>
              <a:t>#434343ff</a:t>
            </a:r>
            <a:endParaRPr>
              <a:solidFill>
                <a:schemeClr val="lt1"/>
              </a:solidFill>
              <a:latin typeface="Poppins"/>
              <a:ea typeface="Poppins"/>
              <a:cs typeface="Poppins"/>
              <a:sym typeface="Poppins"/>
            </a:endParaRPr>
          </a:p>
        </p:txBody>
      </p:sp>
      <p:sp>
        <p:nvSpPr>
          <p:cNvPr id="93" name="Google Shape;93;p18"/>
          <p:cNvSpPr txBox="1"/>
          <p:nvPr/>
        </p:nvSpPr>
        <p:spPr>
          <a:xfrm>
            <a:off x="3365350" y="3507000"/>
            <a:ext cx="1180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a:solidFill>
                  <a:schemeClr val="lt1"/>
                </a:solidFill>
                <a:latin typeface="Poppins"/>
                <a:ea typeface="Poppins"/>
                <a:cs typeface="Poppins"/>
                <a:sym typeface="Poppins"/>
              </a:rPr>
              <a:t>#111111ff</a:t>
            </a:r>
            <a:endParaRPr>
              <a:solidFill>
                <a:schemeClr val="lt1"/>
              </a:solidFill>
              <a:latin typeface="Poppins"/>
              <a:ea typeface="Poppins"/>
              <a:cs typeface="Poppins"/>
              <a:sym typeface="Poppins"/>
            </a:endParaRPr>
          </a:p>
        </p:txBody>
      </p:sp>
      <p:sp>
        <p:nvSpPr>
          <p:cNvPr id="94" name="Google Shape;94;p18"/>
          <p:cNvSpPr/>
          <p:nvPr/>
        </p:nvSpPr>
        <p:spPr>
          <a:xfrm>
            <a:off x="4750688" y="1520175"/>
            <a:ext cx="1374000" cy="13740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8"/>
          <p:cNvSpPr txBox="1"/>
          <p:nvPr/>
        </p:nvSpPr>
        <p:spPr>
          <a:xfrm>
            <a:off x="4847600" y="2033500"/>
            <a:ext cx="1180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a:solidFill>
                  <a:schemeClr val="lt1"/>
                </a:solidFill>
                <a:latin typeface="Poppins"/>
                <a:ea typeface="Poppins"/>
                <a:cs typeface="Poppins"/>
                <a:sym typeface="Poppins"/>
              </a:rPr>
              <a:t>#4285f4ff</a:t>
            </a:r>
            <a:endParaRPr>
              <a:solidFill>
                <a:schemeClr val="lt1"/>
              </a:solidFill>
              <a:latin typeface="Poppins"/>
              <a:ea typeface="Poppins"/>
              <a:cs typeface="Poppins"/>
              <a:sym typeface="Poppins"/>
            </a:endParaRPr>
          </a:p>
        </p:txBody>
      </p:sp>
      <p:sp>
        <p:nvSpPr>
          <p:cNvPr id="96" name="Google Shape;96;p18"/>
          <p:cNvSpPr txBox="1"/>
          <p:nvPr/>
        </p:nvSpPr>
        <p:spPr>
          <a:xfrm>
            <a:off x="1883100" y="3507000"/>
            <a:ext cx="1180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a:solidFill>
                  <a:schemeClr val="lt1"/>
                </a:solidFill>
                <a:latin typeface="Poppins"/>
                <a:ea typeface="Poppins"/>
                <a:cs typeface="Poppins"/>
                <a:sym typeface="Poppins"/>
              </a:rPr>
              <a:t>#6f05d4</a:t>
            </a:r>
            <a:r>
              <a:rPr lang="pt-BR">
                <a:solidFill>
                  <a:schemeClr val="lt1"/>
                </a:solidFill>
                <a:latin typeface="Poppins"/>
                <a:ea typeface="Poppins"/>
                <a:cs typeface="Poppins"/>
                <a:sym typeface="Poppins"/>
              </a:rPr>
              <a:t>ff</a:t>
            </a:r>
            <a:endParaRPr>
              <a:solidFill>
                <a:schemeClr val="lt1"/>
              </a:solidFill>
              <a:latin typeface="Poppins"/>
              <a:ea typeface="Poppins"/>
              <a:cs typeface="Poppins"/>
              <a:sym typeface="Poppins"/>
            </a:endParaRPr>
          </a:p>
        </p:txBody>
      </p:sp>
      <p:sp>
        <p:nvSpPr>
          <p:cNvPr id="97" name="Google Shape;97;p18"/>
          <p:cNvSpPr txBox="1"/>
          <p:nvPr/>
        </p:nvSpPr>
        <p:spPr>
          <a:xfrm>
            <a:off x="4847650" y="3131925"/>
            <a:ext cx="26256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latin typeface="Poppins"/>
                <a:ea typeface="Poppins"/>
                <a:cs typeface="Poppins"/>
                <a:sym typeface="Poppins"/>
              </a:rPr>
              <a:t>Ps: O azul é exclusivo e deve ser somente utilizada quando falarmos de MobConnect</a:t>
            </a:r>
            <a:endParaRPr>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9"/>
          <p:cNvSpPr/>
          <p:nvPr/>
        </p:nvSpPr>
        <p:spPr>
          <a:xfrm>
            <a:off x="-1587675" y="834400"/>
            <a:ext cx="4323300" cy="26700"/>
          </a:xfrm>
          <a:prstGeom prst="rect">
            <a:avLst/>
          </a:prstGeom>
          <a:solidFill>
            <a:srgbClr val="6F05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9"/>
          <p:cNvSpPr txBox="1"/>
          <p:nvPr/>
        </p:nvSpPr>
        <p:spPr>
          <a:xfrm>
            <a:off x="1674925" y="228225"/>
            <a:ext cx="51345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300">
                <a:solidFill>
                  <a:srgbClr val="9900FF"/>
                </a:solidFill>
                <a:latin typeface="Raleway"/>
                <a:ea typeface="Raleway"/>
                <a:cs typeface="Raleway"/>
                <a:sym typeface="Raleway"/>
              </a:rPr>
              <a:t>Fontes que devem ser usadas</a:t>
            </a:r>
            <a:endParaRPr sz="2300">
              <a:solidFill>
                <a:srgbClr val="9900FF"/>
              </a:solidFill>
              <a:latin typeface="Raleway"/>
              <a:ea typeface="Raleway"/>
              <a:cs typeface="Raleway"/>
              <a:sym typeface="Raleway"/>
            </a:endParaRPr>
          </a:p>
        </p:txBody>
      </p:sp>
      <p:sp>
        <p:nvSpPr>
          <p:cNvPr id="104" name="Google Shape;104;p19"/>
          <p:cNvSpPr txBox="1"/>
          <p:nvPr/>
        </p:nvSpPr>
        <p:spPr>
          <a:xfrm>
            <a:off x="5435675" y="1898875"/>
            <a:ext cx="19200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400">
                <a:latin typeface="Raleway Black"/>
                <a:ea typeface="Raleway Black"/>
                <a:cs typeface="Raleway Black"/>
                <a:sym typeface="Raleway Black"/>
              </a:rPr>
              <a:t>Título</a:t>
            </a:r>
            <a:endParaRPr sz="3400">
              <a:latin typeface="Raleway Black"/>
              <a:ea typeface="Raleway Black"/>
              <a:cs typeface="Raleway Black"/>
              <a:sym typeface="Raleway Black"/>
            </a:endParaRPr>
          </a:p>
        </p:txBody>
      </p:sp>
      <p:sp>
        <p:nvSpPr>
          <p:cNvPr id="105" name="Google Shape;105;p19"/>
          <p:cNvSpPr txBox="1"/>
          <p:nvPr/>
        </p:nvSpPr>
        <p:spPr>
          <a:xfrm>
            <a:off x="5435675" y="3295625"/>
            <a:ext cx="3170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latin typeface="Raleway"/>
                <a:ea typeface="Raleway"/>
                <a:cs typeface="Raleway"/>
                <a:sym typeface="Raleway"/>
              </a:rPr>
              <a:t>Corpo de texto</a:t>
            </a:r>
            <a:endParaRPr sz="1800">
              <a:latin typeface="Raleway"/>
              <a:ea typeface="Raleway"/>
              <a:cs typeface="Raleway"/>
              <a:sym typeface="Raleway"/>
            </a:endParaRPr>
          </a:p>
        </p:txBody>
      </p:sp>
      <p:sp>
        <p:nvSpPr>
          <p:cNvPr id="106" name="Google Shape;106;p19"/>
          <p:cNvSpPr txBox="1"/>
          <p:nvPr/>
        </p:nvSpPr>
        <p:spPr>
          <a:xfrm>
            <a:off x="5435675" y="2509250"/>
            <a:ext cx="31707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3400">
                <a:latin typeface="Raleway"/>
                <a:ea typeface="Raleway"/>
                <a:cs typeface="Raleway"/>
                <a:sym typeface="Raleway"/>
              </a:rPr>
              <a:t>Subtítulo</a:t>
            </a:r>
            <a:endParaRPr b="1" sz="3400">
              <a:latin typeface="Raleway"/>
              <a:ea typeface="Raleway"/>
              <a:cs typeface="Raleway"/>
              <a:sym typeface="Raleway"/>
            </a:endParaRPr>
          </a:p>
        </p:txBody>
      </p:sp>
      <p:sp>
        <p:nvSpPr>
          <p:cNvPr id="107" name="Google Shape;107;p19"/>
          <p:cNvSpPr txBox="1"/>
          <p:nvPr/>
        </p:nvSpPr>
        <p:spPr>
          <a:xfrm>
            <a:off x="1181725" y="1898875"/>
            <a:ext cx="32562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400">
                <a:latin typeface="Raleway Black"/>
                <a:ea typeface="Raleway Black"/>
                <a:cs typeface="Raleway Black"/>
                <a:sym typeface="Raleway Black"/>
              </a:rPr>
              <a:t>Raleway Preto</a:t>
            </a:r>
            <a:endParaRPr sz="3400">
              <a:latin typeface="Raleway Black"/>
              <a:ea typeface="Raleway Black"/>
              <a:cs typeface="Raleway Black"/>
              <a:sym typeface="Raleway Black"/>
            </a:endParaRPr>
          </a:p>
        </p:txBody>
      </p:sp>
      <p:sp>
        <p:nvSpPr>
          <p:cNvPr id="108" name="Google Shape;108;p19"/>
          <p:cNvSpPr txBox="1"/>
          <p:nvPr/>
        </p:nvSpPr>
        <p:spPr>
          <a:xfrm>
            <a:off x="1181725" y="2509250"/>
            <a:ext cx="38112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3400">
                <a:latin typeface="Raleway"/>
                <a:ea typeface="Raleway"/>
                <a:cs typeface="Raleway"/>
                <a:sym typeface="Raleway"/>
              </a:rPr>
              <a:t>Raleway negrito</a:t>
            </a:r>
            <a:endParaRPr b="1" sz="3400">
              <a:latin typeface="Raleway"/>
              <a:ea typeface="Raleway"/>
              <a:cs typeface="Raleway"/>
              <a:sym typeface="Raleway"/>
            </a:endParaRPr>
          </a:p>
        </p:txBody>
      </p:sp>
      <p:sp>
        <p:nvSpPr>
          <p:cNvPr id="109" name="Google Shape;109;p19"/>
          <p:cNvSpPr txBox="1"/>
          <p:nvPr/>
        </p:nvSpPr>
        <p:spPr>
          <a:xfrm>
            <a:off x="1181725" y="3172475"/>
            <a:ext cx="22347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400">
                <a:latin typeface="Raleway"/>
                <a:ea typeface="Raleway"/>
                <a:cs typeface="Raleway"/>
                <a:sym typeface="Raleway"/>
              </a:rPr>
              <a:t>Raleway</a:t>
            </a:r>
            <a:endParaRPr sz="3400">
              <a:latin typeface="Raleway"/>
              <a:ea typeface="Raleway"/>
              <a:cs typeface="Raleway"/>
              <a:sym typeface="Raleway"/>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0"/>
          <p:cNvSpPr/>
          <p:nvPr/>
        </p:nvSpPr>
        <p:spPr>
          <a:xfrm>
            <a:off x="-1587675" y="834400"/>
            <a:ext cx="4323300" cy="26700"/>
          </a:xfrm>
          <a:prstGeom prst="rect">
            <a:avLst/>
          </a:prstGeom>
          <a:solidFill>
            <a:srgbClr val="6F05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0"/>
          <p:cNvSpPr txBox="1"/>
          <p:nvPr/>
        </p:nvSpPr>
        <p:spPr>
          <a:xfrm>
            <a:off x="1674925" y="228225"/>
            <a:ext cx="51345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300">
                <a:solidFill>
                  <a:srgbClr val="9900FF"/>
                </a:solidFill>
                <a:latin typeface="Raleway"/>
                <a:ea typeface="Raleway"/>
                <a:cs typeface="Raleway"/>
                <a:sym typeface="Raleway"/>
              </a:rPr>
              <a:t>Logos dos produtos</a:t>
            </a:r>
            <a:endParaRPr sz="2300">
              <a:solidFill>
                <a:srgbClr val="9900FF"/>
              </a:solidFill>
              <a:latin typeface="Raleway"/>
              <a:ea typeface="Raleway"/>
              <a:cs typeface="Raleway"/>
              <a:sym typeface="Raleway"/>
            </a:endParaRPr>
          </a:p>
        </p:txBody>
      </p:sp>
      <p:pic>
        <p:nvPicPr>
          <p:cNvPr id="116" name="Google Shape;116;p20"/>
          <p:cNvPicPr preferRelativeResize="0"/>
          <p:nvPr/>
        </p:nvPicPr>
        <p:blipFill>
          <a:blip r:embed="rId4">
            <a:alphaModFix/>
          </a:blip>
          <a:stretch>
            <a:fillRect/>
          </a:stretch>
        </p:blipFill>
        <p:spPr>
          <a:xfrm>
            <a:off x="612775" y="3063350"/>
            <a:ext cx="4152101" cy="782825"/>
          </a:xfrm>
          <a:prstGeom prst="rect">
            <a:avLst/>
          </a:prstGeom>
          <a:noFill/>
          <a:ln>
            <a:noFill/>
          </a:ln>
        </p:spPr>
      </p:pic>
      <p:pic>
        <p:nvPicPr>
          <p:cNvPr id="117" name="Google Shape;117;p20"/>
          <p:cNvPicPr preferRelativeResize="0"/>
          <p:nvPr/>
        </p:nvPicPr>
        <p:blipFill>
          <a:blip r:embed="rId5">
            <a:alphaModFix/>
          </a:blip>
          <a:stretch>
            <a:fillRect/>
          </a:stretch>
        </p:blipFill>
        <p:spPr>
          <a:xfrm>
            <a:off x="683200" y="2328405"/>
            <a:ext cx="2669525" cy="734947"/>
          </a:xfrm>
          <a:prstGeom prst="rect">
            <a:avLst/>
          </a:prstGeom>
          <a:noFill/>
          <a:ln>
            <a:noFill/>
          </a:ln>
        </p:spPr>
      </p:pic>
      <p:sp>
        <p:nvSpPr>
          <p:cNvPr id="118" name="Google Shape;118;p20"/>
          <p:cNvSpPr/>
          <p:nvPr/>
        </p:nvSpPr>
        <p:spPr>
          <a:xfrm>
            <a:off x="4948875" y="1361625"/>
            <a:ext cx="4086600" cy="3781800"/>
          </a:xfrm>
          <a:prstGeom prst="rect">
            <a:avLst/>
          </a:prstGeom>
          <a:solidFill>
            <a:srgbClr val="6F0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9" name="Google Shape;119;p20"/>
          <p:cNvPicPr preferRelativeResize="0"/>
          <p:nvPr/>
        </p:nvPicPr>
        <p:blipFill>
          <a:blip r:embed="rId6">
            <a:alphaModFix/>
          </a:blip>
          <a:stretch>
            <a:fillRect/>
          </a:stretch>
        </p:blipFill>
        <p:spPr>
          <a:xfrm>
            <a:off x="5727925" y="3437980"/>
            <a:ext cx="2669525" cy="734947"/>
          </a:xfrm>
          <a:prstGeom prst="rect">
            <a:avLst/>
          </a:prstGeom>
          <a:noFill/>
          <a:ln>
            <a:noFill/>
          </a:ln>
        </p:spPr>
      </p:pic>
      <p:pic>
        <p:nvPicPr>
          <p:cNvPr id="120" name="Google Shape;120;p20"/>
          <p:cNvPicPr preferRelativeResize="0"/>
          <p:nvPr/>
        </p:nvPicPr>
        <p:blipFill>
          <a:blip r:embed="rId7">
            <a:alphaModFix/>
          </a:blip>
          <a:stretch>
            <a:fillRect/>
          </a:stretch>
        </p:blipFill>
        <p:spPr>
          <a:xfrm>
            <a:off x="5727925" y="2819452"/>
            <a:ext cx="2669527" cy="503302"/>
          </a:xfrm>
          <a:prstGeom prst="rect">
            <a:avLst/>
          </a:prstGeom>
          <a:noFill/>
          <a:ln>
            <a:noFill/>
          </a:ln>
        </p:spPr>
      </p:pic>
      <p:pic>
        <p:nvPicPr>
          <p:cNvPr id="121" name="Google Shape;121;p20"/>
          <p:cNvPicPr preferRelativeResize="0"/>
          <p:nvPr/>
        </p:nvPicPr>
        <p:blipFill>
          <a:blip r:embed="rId8">
            <a:alphaModFix/>
          </a:blip>
          <a:stretch>
            <a:fillRect/>
          </a:stretch>
        </p:blipFill>
        <p:spPr>
          <a:xfrm>
            <a:off x="5727925" y="2135077"/>
            <a:ext cx="2669527" cy="50330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p:nvPr/>
        </p:nvSpPr>
        <p:spPr>
          <a:xfrm>
            <a:off x="-1587675" y="834400"/>
            <a:ext cx="4323300" cy="26700"/>
          </a:xfrm>
          <a:prstGeom prst="rect">
            <a:avLst/>
          </a:prstGeom>
          <a:solidFill>
            <a:srgbClr val="6F05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1"/>
          <p:cNvSpPr txBox="1"/>
          <p:nvPr/>
        </p:nvSpPr>
        <p:spPr>
          <a:xfrm>
            <a:off x="1674925" y="228225"/>
            <a:ext cx="51345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300">
                <a:solidFill>
                  <a:srgbClr val="9900FF"/>
                </a:solidFill>
                <a:latin typeface="Raleway"/>
                <a:ea typeface="Raleway"/>
                <a:cs typeface="Raleway"/>
                <a:sym typeface="Raleway"/>
              </a:rPr>
              <a:t>Logos dos produtos</a:t>
            </a:r>
            <a:endParaRPr sz="2300">
              <a:solidFill>
                <a:srgbClr val="9900FF"/>
              </a:solidFill>
              <a:latin typeface="Raleway"/>
              <a:ea typeface="Raleway"/>
              <a:cs typeface="Raleway"/>
              <a:sym typeface="Raleway"/>
            </a:endParaRPr>
          </a:p>
        </p:txBody>
      </p:sp>
      <p:pic>
        <p:nvPicPr>
          <p:cNvPr id="128" name="Google Shape;128;p21"/>
          <p:cNvPicPr preferRelativeResize="0"/>
          <p:nvPr/>
        </p:nvPicPr>
        <p:blipFill>
          <a:blip r:embed="rId3">
            <a:alphaModFix/>
          </a:blip>
          <a:stretch>
            <a:fillRect/>
          </a:stretch>
        </p:blipFill>
        <p:spPr>
          <a:xfrm>
            <a:off x="1202563" y="2011650"/>
            <a:ext cx="6981825" cy="1447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2"/>
          <p:cNvSpPr/>
          <p:nvPr/>
        </p:nvSpPr>
        <p:spPr>
          <a:xfrm>
            <a:off x="-1587675" y="834400"/>
            <a:ext cx="4323300" cy="26700"/>
          </a:xfrm>
          <a:prstGeom prst="rect">
            <a:avLst/>
          </a:prstGeom>
          <a:solidFill>
            <a:srgbClr val="6F05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2"/>
          <p:cNvSpPr txBox="1"/>
          <p:nvPr/>
        </p:nvSpPr>
        <p:spPr>
          <a:xfrm>
            <a:off x="1674925" y="228225"/>
            <a:ext cx="51345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300">
                <a:solidFill>
                  <a:srgbClr val="9900FF"/>
                </a:solidFill>
                <a:latin typeface="Raleway"/>
                <a:ea typeface="Raleway"/>
                <a:cs typeface="Raleway"/>
                <a:sym typeface="Raleway"/>
              </a:rPr>
              <a:t>Logos dos produtos</a:t>
            </a:r>
            <a:endParaRPr sz="2300">
              <a:solidFill>
                <a:srgbClr val="9900FF"/>
              </a:solidFill>
              <a:latin typeface="Raleway"/>
              <a:ea typeface="Raleway"/>
              <a:cs typeface="Raleway"/>
              <a:sym typeface="Raleway"/>
            </a:endParaRPr>
          </a:p>
        </p:txBody>
      </p:sp>
      <p:pic>
        <p:nvPicPr>
          <p:cNvPr id="135" name="Google Shape;135;p22"/>
          <p:cNvPicPr preferRelativeResize="0"/>
          <p:nvPr/>
        </p:nvPicPr>
        <p:blipFill>
          <a:blip r:embed="rId3">
            <a:alphaModFix/>
          </a:blip>
          <a:stretch>
            <a:fillRect/>
          </a:stretch>
        </p:blipFill>
        <p:spPr>
          <a:xfrm>
            <a:off x="1819275" y="2290575"/>
            <a:ext cx="5505450" cy="9334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3"/>
          <p:cNvSpPr/>
          <p:nvPr/>
        </p:nvSpPr>
        <p:spPr>
          <a:xfrm>
            <a:off x="-1587675" y="834400"/>
            <a:ext cx="4323300" cy="26700"/>
          </a:xfrm>
          <a:prstGeom prst="rect">
            <a:avLst/>
          </a:prstGeom>
          <a:solidFill>
            <a:srgbClr val="6F05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3"/>
          <p:cNvSpPr txBox="1"/>
          <p:nvPr/>
        </p:nvSpPr>
        <p:spPr>
          <a:xfrm>
            <a:off x="1674925" y="228225"/>
            <a:ext cx="51345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300">
                <a:solidFill>
                  <a:srgbClr val="9900FF"/>
                </a:solidFill>
                <a:latin typeface="Raleway"/>
                <a:ea typeface="Raleway"/>
                <a:cs typeface="Raleway"/>
                <a:sym typeface="Raleway"/>
              </a:rPr>
              <a:t>Logos dos produtos</a:t>
            </a:r>
            <a:endParaRPr sz="2300">
              <a:solidFill>
                <a:srgbClr val="9900FF"/>
              </a:solidFill>
              <a:latin typeface="Raleway"/>
              <a:ea typeface="Raleway"/>
              <a:cs typeface="Raleway"/>
              <a:sym typeface="Raleway"/>
            </a:endParaRPr>
          </a:p>
        </p:txBody>
      </p:sp>
      <p:pic>
        <p:nvPicPr>
          <p:cNvPr id="142" name="Google Shape;142;p23"/>
          <p:cNvPicPr preferRelativeResize="0"/>
          <p:nvPr/>
        </p:nvPicPr>
        <p:blipFill>
          <a:blip r:embed="rId3">
            <a:alphaModFix/>
          </a:blip>
          <a:stretch>
            <a:fillRect/>
          </a:stretch>
        </p:blipFill>
        <p:spPr>
          <a:xfrm>
            <a:off x="1523450" y="1399126"/>
            <a:ext cx="6390626" cy="20784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48" name="Google Shape;148;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49" name="Google Shape;149;p24"/>
          <p:cNvSpPr/>
          <p:nvPr/>
        </p:nvSpPr>
        <p:spPr>
          <a:xfrm>
            <a:off x="-744" y="-1"/>
            <a:ext cx="9145500" cy="5279700"/>
          </a:xfrm>
          <a:prstGeom prst="rect">
            <a:avLst/>
          </a:prstGeom>
          <a:solidFill>
            <a:srgbClr val="22222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sp>
        <p:nvSpPr>
          <p:cNvPr id="150" name="Google Shape;150;p2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000"/>
              <a:buNone/>
            </a:pPr>
            <a:r>
              <a:rPr lang="pt-BR">
                <a:solidFill>
                  <a:schemeClr val="lt1"/>
                </a:solidFill>
                <a:latin typeface="Raleway Black"/>
                <a:ea typeface="Raleway Black"/>
                <a:cs typeface="Raleway Black"/>
                <a:sym typeface="Raleway Black"/>
              </a:rPr>
              <a:t>T</a:t>
            </a:r>
            <a:r>
              <a:rPr lang="pt-BR">
                <a:solidFill>
                  <a:schemeClr val="lt1"/>
                </a:solidFill>
                <a:latin typeface="Raleway Black"/>
                <a:ea typeface="Raleway Black"/>
                <a:cs typeface="Raleway Black"/>
                <a:sym typeface="Raleway Black"/>
              </a:rPr>
              <a:t>emplates</a:t>
            </a:r>
            <a:r>
              <a:rPr lang="pt-BR">
                <a:solidFill>
                  <a:schemeClr val="lt1"/>
                </a:solidFill>
                <a:latin typeface="Raleway Black"/>
                <a:ea typeface="Raleway Black"/>
                <a:cs typeface="Raleway Black"/>
                <a:sym typeface="Raleway Black"/>
              </a:rPr>
              <a:t> a serem usados</a:t>
            </a:r>
            <a:endParaRPr>
              <a:solidFill>
                <a:schemeClr val="lt1"/>
              </a:solidFill>
              <a:latin typeface="Raleway Black"/>
              <a:ea typeface="Raleway Black"/>
              <a:cs typeface="Raleway Black"/>
              <a:sym typeface="Raleway Black"/>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56" name="Google Shape;156;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57" name="Google Shape;157;p25"/>
          <p:cNvSpPr/>
          <p:nvPr/>
        </p:nvSpPr>
        <p:spPr>
          <a:xfrm>
            <a:off x="1950" y="0"/>
            <a:ext cx="9140100" cy="5143500"/>
          </a:xfrm>
          <a:prstGeom prst="roundRect">
            <a:avLst>
              <a:gd fmla="val -17778" name="adj"/>
            </a:avLst>
          </a:prstGeom>
          <a:solidFill>
            <a:schemeClr val="dk1"/>
          </a:solidFill>
          <a:ln>
            <a:noFill/>
          </a:ln>
        </p:spPr>
        <p:txBody>
          <a:bodyPr anchorCtr="0" anchor="ctr" bIns="607200" lIns="507775" spcFirstLastPara="1" rIns="507775" wrap="square" tIns="607200">
            <a:noAutofit/>
          </a:bodyPr>
          <a:lstStyle/>
          <a:p>
            <a:pPr indent="0" lvl="0" marL="0" marR="0" rtl="0" algn="ctr">
              <a:lnSpc>
                <a:spcPct val="160000"/>
              </a:lnSpc>
              <a:spcBef>
                <a:spcPts val="0"/>
              </a:spcBef>
              <a:spcAft>
                <a:spcPts val="0"/>
              </a:spcAft>
              <a:buNone/>
            </a:pPr>
            <a:r>
              <a:t/>
            </a:r>
            <a:endParaRPr b="0" i="0" sz="900" u="none" cap="none" strike="noStrike">
              <a:solidFill>
                <a:srgbClr val="000000"/>
              </a:solidFill>
              <a:latin typeface="Calibri"/>
              <a:ea typeface="Calibri"/>
              <a:cs typeface="Calibri"/>
              <a:sym typeface="Calibri"/>
            </a:endParaRPr>
          </a:p>
        </p:txBody>
      </p:sp>
      <p:sp>
        <p:nvSpPr>
          <p:cNvPr id="158" name="Google Shape;158;p25"/>
          <p:cNvSpPr/>
          <p:nvPr/>
        </p:nvSpPr>
        <p:spPr>
          <a:xfrm>
            <a:off x="600975" y="1498502"/>
            <a:ext cx="3621300" cy="1807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lang="pt-BR" sz="5800">
                <a:solidFill>
                  <a:srgbClr val="F7F9FA"/>
                </a:solidFill>
                <a:latin typeface="Raleway Black"/>
                <a:ea typeface="Raleway Black"/>
                <a:cs typeface="Raleway Black"/>
                <a:sym typeface="Raleway Black"/>
              </a:rPr>
              <a:t>Capas</a:t>
            </a:r>
            <a:endParaRPr i="0" sz="3550" u="none" cap="none" strike="noStrike">
              <a:solidFill>
                <a:srgbClr val="000000"/>
              </a:solidFill>
              <a:latin typeface="Raleway Black"/>
              <a:ea typeface="Raleway Black"/>
              <a:cs typeface="Raleway Black"/>
              <a:sym typeface="Raleway Black"/>
            </a:endParaRPr>
          </a:p>
        </p:txBody>
      </p:sp>
      <p:sp>
        <p:nvSpPr>
          <p:cNvPr id="159" name="Google Shape;159;p25"/>
          <p:cNvSpPr/>
          <p:nvPr/>
        </p:nvSpPr>
        <p:spPr>
          <a:xfrm>
            <a:off x="648000" y="3351375"/>
            <a:ext cx="3574200" cy="62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0" name="Google Shape;160;p25"/>
          <p:cNvPicPr preferRelativeResize="0"/>
          <p:nvPr/>
        </p:nvPicPr>
        <p:blipFill>
          <a:blip r:embed="rId3">
            <a:alphaModFix/>
          </a:blip>
          <a:stretch>
            <a:fillRect/>
          </a:stretch>
        </p:blipFill>
        <p:spPr>
          <a:xfrm>
            <a:off x="-283502" y="-58275"/>
            <a:ext cx="729000" cy="729025"/>
          </a:xfrm>
          <a:prstGeom prst="rect">
            <a:avLst/>
          </a:prstGeom>
          <a:noFill/>
          <a:ln>
            <a:noFill/>
          </a:ln>
        </p:spPr>
      </p:pic>
      <p:pic>
        <p:nvPicPr>
          <p:cNvPr id="161" name="Google Shape;161;p25"/>
          <p:cNvPicPr preferRelativeResize="0"/>
          <p:nvPr/>
        </p:nvPicPr>
        <p:blipFill>
          <a:blip r:embed="rId4">
            <a:alphaModFix amt="35000"/>
          </a:blip>
          <a:stretch>
            <a:fillRect/>
          </a:stretch>
        </p:blipFill>
        <p:spPr>
          <a:xfrm>
            <a:off x="4729475" y="522000"/>
            <a:ext cx="4016249" cy="40162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pic>
        <p:nvPicPr>
          <p:cNvPr id="166" name="Google Shape;166;p26"/>
          <p:cNvPicPr preferRelativeResize="0"/>
          <p:nvPr/>
        </p:nvPicPr>
        <p:blipFill rotWithShape="1">
          <a:blip r:embed="rId3">
            <a:alphaModFix amt="31000"/>
          </a:blip>
          <a:srcRect b="0" l="33333" r="0" t="0"/>
          <a:stretch/>
        </p:blipFill>
        <p:spPr>
          <a:xfrm>
            <a:off x="0" y="1118550"/>
            <a:ext cx="746524" cy="1118550"/>
          </a:xfrm>
          <a:prstGeom prst="rect">
            <a:avLst/>
          </a:prstGeom>
          <a:noFill/>
          <a:ln>
            <a:noFill/>
          </a:ln>
          <a:effectLst>
            <a:outerShdw blurRad="57150" rotWithShape="0" algn="bl" dir="5400000" dist="19050">
              <a:srgbClr val="9900FF">
                <a:alpha val="47060"/>
              </a:srgbClr>
            </a:outerShdw>
          </a:effectLst>
        </p:spPr>
      </p:pic>
      <p:pic>
        <p:nvPicPr>
          <p:cNvPr id="167" name="Google Shape;167;p26"/>
          <p:cNvPicPr preferRelativeResize="0"/>
          <p:nvPr/>
        </p:nvPicPr>
        <p:blipFill rotWithShape="1">
          <a:blip r:embed="rId4">
            <a:alphaModFix amt="31000"/>
          </a:blip>
          <a:srcRect b="0" l="0" r="28001" t="0"/>
          <a:stretch/>
        </p:blipFill>
        <p:spPr>
          <a:xfrm>
            <a:off x="8337776" y="2432350"/>
            <a:ext cx="806222" cy="1118550"/>
          </a:xfrm>
          <a:prstGeom prst="rect">
            <a:avLst/>
          </a:prstGeom>
          <a:noFill/>
          <a:ln>
            <a:noFill/>
          </a:ln>
          <a:effectLst>
            <a:outerShdw blurRad="57150" rotWithShape="0" algn="bl" dir="5400000" dist="19050">
              <a:srgbClr val="9900FF">
                <a:alpha val="47060"/>
              </a:srgbClr>
            </a:outerShdw>
          </a:effectLst>
        </p:spPr>
      </p:pic>
      <p:pic>
        <p:nvPicPr>
          <p:cNvPr id="168" name="Google Shape;168;p26"/>
          <p:cNvPicPr preferRelativeResize="0"/>
          <p:nvPr/>
        </p:nvPicPr>
        <p:blipFill rotWithShape="1">
          <a:blip r:embed="rId4">
            <a:alphaModFix amt="31000"/>
          </a:blip>
          <a:srcRect b="54118" l="0" r="0" t="0"/>
          <a:stretch/>
        </p:blipFill>
        <p:spPr>
          <a:xfrm>
            <a:off x="5225625" y="4630271"/>
            <a:ext cx="1119774" cy="513224"/>
          </a:xfrm>
          <a:prstGeom prst="rect">
            <a:avLst/>
          </a:prstGeom>
          <a:noFill/>
          <a:ln>
            <a:noFill/>
          </a:ln>
          <a:effectLst>
            <a:outerShdw blurRad="57150" rotWithShape="0" algn="bl" dir="5400000" dist="19050">
              <a:srgbClr val="9900FF">
                <a:alpha val="18040"/>
              </a:srgbClr>
            </a:outerShdw>
          </a:effectLst>
        </p:spPr>
      </p:pic>
      <p:pic>
        <p:nvPicPr>
          <p:cNvPr id="169" name="Google Shape;169;p26"/>
          <p:cNvPicPr preferRelativeResize="0"/>
          <p:nvPr/>
        </p:nvPicPr>
        <p:blipFill rotWithShape="1">
          <a:blip r:embed="rId4">
            <a:alphaModFix amt="31000"/>
          </a:blip>
          <a:srcRect b="54118" l="0" r="0" t="0"/>
          <a:stretch/>
        </p:blipFill>
        <p:spPr>
          <a:xfrm>
            <a:off x="1873750" y="4630271"/>
            <a:ext cx="1119774" cy="513224"/>
          </a:xfrm>
          <a:prstGeom prst="rect">
            <a:avLst/>
          </a:prstGeom>
          <a:noFill/>
          <a:ln>
            <a:noFill/>
          </a:ln>
          <a:effectLst>
            <a:outerShdw blurRad="57150" rotWithShape="0" algn="bl" dir="5400000" dist="19050">
              <a:srgbClr val="9900FF">
                <a:alpha val="47060"/>
              </a:srgbClr>
            </a:outerShdw>
          </a:effectLst>
        </p:spPr>
      </p:pic>
      <p:sp>
        <p:nvSpPr>
          <p:cNvPr id="170" name="Google Shape;170;p26"/>
          <p:cNvSpPr/>
          <p:nvPr/>
        </p:nvSpPr>
        <p:spPr>
          <a:xfrm>
            <a:off x="-2619" y="-92051"/>
            <a:ext cx="9145500" cy="5279700"/>
          </a:xfrm>
          <a:prstGeom prst="rect">
            <a:avLst/>
          </a:prstGeom>
          <a:solidFill>
            <a:srgbClr val="F4690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600" u="none" cap="none" strike="noStrike">
              <a:solidFill>
                <a:srgbClr val="000000"/>
              </a:solidFill>
              <a:latin typeface="Arial"/>
              <a:ea typeface="Arial"/>
              <a:cs typeface="Arial"/>
              <a:sym typeface="Arial"/>
            </a:endParaRPr>
          </a:p>
        </p:txBody>
      </p:sp>
      <p:pic>
        <p:nvPicPr>
          <p:cNvPr id="171" name="Google Shape;171;p26"/>
          <p:cNvPicPr preferRelativeResize="0"/>
          <p:nvPr/>
        </p:nvPicPr>
        <p:blipFill rotWithShape="1">
          <a:blip r:embed="rId5">
            <a:alphaModFix/>
          </a:blip>
          <a:srcRect b="0" l="0" r="35947" t="0"/>
          <a:stretch/>
        </p:blipFill>
        <p:spPr>
          <a:xfrm>
            <a:off x="2192402" y="1844350"/>
            <a:ext cx="4759200" cy="1400875"/>
          </a:xfrm>
          <a:prstGeom prst="rect">
            <a:avLst/>
          </a:prstGeom>
          <a:noFill/>
          <a:ln>
            <a:noFill/>
          </a:ln>
          <a:effectLst>
            <a:outerShdw blurRad="71438" rotWithShape="0" algn="bl" dir="5400000" dist="38100">
              <a:srgbClr val="000000">
                <a:alpha val="4706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p:nvPr/>
        </p:nvSpPr>
        <p:spPr>
          <a:xfrm>
            <a:off x="-40500" y="-30375"/>
            <a:ext cx="9184500" cy="5173800"/>
          </a:xfrm>
          <a:prstGeom prst="rect">
            <a:avLst/>
          </a:prstGeom>
          <a:solidFill>
            <a:srgbClr val="6F05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7" name="Google Shape;177;p27"/>
          <p:cNvPicPr preferRelativeResize="0"/>
          <p:nvPr/>
        </p:nvPicPr>
        <p:blipFill>
          <a:blip r:embed="rId3">
            <a:alphaModFix amt="20000"/>
          </a:blip>
          <a:stretch>
            <a:fillRect/>
          </a:stretch>
        </p:blipFill>
        <p:spPr>
          <a:xfrm>
            <a:off x="4485375" y="-207600"/>
            <a:ext cx="6034499" cy="6034499"/>
          </a:xfrm>
          <a:prstGeom prst="rect">
            <a:avLst/>
          </a:prstGeom>
          <a:noFill/>
          <a:ln>
            <a:noFill/>
          </a:ln>
        </p:spPr>
      </p:pic>
      <p:grpSp>
        <p:nvGrpSpPr>
          <p:cNvPr id="178" name="Google Shape;178;p27"/>
          <p:cNvGrpSpPr/>
          <p:nvPr/>
        </p:nvGrpSpPr>
        <p:grpSpPr>
          <a:xfrm>
            <a:off x="464863" y="266867"/>
            <a:ext cx="3946284" cy="758076"/>
            <a:chOff x="2909418" y="2096615"/>
            <a:chExt cx="3590142" cy="689599"/>
          </a:xfrm>
        </p:grpSpPr>
        <p:pic>
          <p:nvPicPr>
            <p:cNvPr descr="https://pitch-assets-ccb95893-de3f-4266-973c-20049231b248.s3.eu-west-1.amazonaws.com/cd7fee2c-9c2e-487f-935d-18f05abcc236?pitch-bytes=27328&amp;pitch-content-type=image%2Fpng" id="179" name="Google Shape;179;p27"/>
            <p:cNvPicPr preferRelativeResize="0"/>
            <p:nvPr/>
          </p:nvPicPr>
          <p:blipFill rotWithShape="1">
            <a:blip r:embed="rId4">
              <a:alphaModFix/>
            </a:blip>
            <a:srcRect b="0" l="18772" r="0" t="0"/>
            <a:stretch/>
          </p:blipFill>
          <p:spPr>
            <a:xfrm>
              <a:off x="3528606" y="2096615"/>
              <a:ext cx="2970954" cy="689599"/>
            </a:xfrm>
            <a:prstGeom prst="rect">
              <a:avLst/>
            </a:prstGeom>
            <a:noFill/>
            <a:ln>
              <a:noFill/>
            </a:ln>
          </p:spPr>
        </p:pic>
        <p:pic>
          <p:nvPicPr>
            <p:cNvPr descr="https://pitch-assets-ccb95893-de3f-4266-973c-20049231b248.s3.eu-west-1.amazonaws.com/5021ef31-2ecf-41a3-82b9-1fe867d70305?pitch-bytes=96301&amp;pitch-content-type=image%2Fpng" id="180" name="Google Shape;180;p27"/>
            <p:cNvPicPr preferRelativeResize="0"/>
            <p:nvPr/>
          </p:nvPicPr>
          <p:blipFill rotWithShape="1">
            <a:blip r:embed="rId5">
              <a:alphaModFix/>
            </a:blip>
            <a:srcRect b="0" l="0" r="0" t="0"/>
            <a:stretch/>
          </p:blipFill>
          <p:spPr>
            <a:xfrm>
              <a:off x="2909418" y="2153930"/>
              <a:ext cx="594022" cy="599369"/>
            </a:xfrm>
            <a:prstGeom prst="rect">
              <a:avLst/>
            </a:prstGeom>
            <a:noFill/>
            <a:ln>
              <a:noFill/>
            </a:ln>
          </p:spPr>
        </p:pic>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pic>
        <p:nvPicPr>
          <p:cNvPr id="185" name="Google Shape;185;p28"/>
          <p:cNvPicPr preferRelativeResize="0"/>
          <p:nvPr/>
        </p:nvPicPr>
        <p:blipFill rotWithShape="1">
          <a:blip r:embed="rId3">
            <a:alphaModFix amt="31000"/>
          </a:blip>
          <a:srcRect b="0" l="33333" r="0" t="0"/>
          <a:stretch/>
        </p:blipFill>
        <p:spPr>
          <a:xfrm>
            <a:off x="0" y="1118550"/>
            <a:ext cx="746524" cy="1118550"/>
          </a:xfrm>
          <a:prstGeom prst="rect">
            <a:avLst/>
          </a:prstGeom>
          <a:noFill/>
          <a:ln>
            <a:noFill/>
          </a:ln>
          <a:effectLst>
            <a:outerShdw blurRad="57150" rotWithShape="0" algn="bl" dir="5400000" dist="19050">
              <a:srgbClr val="9900FF">
                <a:alpha val="47450"/>
              </a:srgbClr>
            </a:outerShdw>
          </a:effectLst>
        </p:spPr>
      </p:pic>
      <p:pic>
        <p:nvPicPr>
          <p:cNvPr id="186" name="Google Shape;186;p28"/>
          <p:cNvPicPr preferRelativeResize="0"/>
          <p:nvPr/>
        </p:nvPicPr>
        <p:blipFill rotWithShape="1">
          <a:blip r:embed="rId4">
            <a:alphaModFix amt="31000"/>
          </a:blip>
          <a:srcRect b="0" l="0" r="28001" t="0"/>
          <a:stretch/>
        </p:blipFill>
        <p:spPr>
          <a:xfrm>
            <a:off x="8337775" y="2432350"/>
            <a:ext cx="806224" cy="1118550"/>
          </a:xfrm>
          <a:prstGeom prst="rect">
            <a:avLst/>
          </a:prstGeom>
          <a:noFill/>
          <a:ln>
            <a:noFill/>
          </a:ln>
          <a:effectLst>
            <a:outerShdw blurRad="57150" rotWithShape="0" algn="bl" dir="5400000" dist="19050">
              <a:srgbClr val="9900FF">
                <a:alpha val="47450"/>
              </a:srgbClr>
            </a:outerShdw>
          </a:effectLst>
        </p:spPr>
      </p:pic>
      <p:pic>
        <p:nvPicPr>
          <p:cNvPr id="187" name="Google Shape;187;p28"/>
          <p:cNvPicPr preferRelativeResize="0"/>
          <p:nvPr/>
        </p:nvPicPr>
        <p:blipFill rotWithShape="1">
          <a:blip r:embed="rId4">
            <a:alphaModFix amt="31000"/>
          </a:blip>
          <a:srcRect b="54118" l="0" r="0" t="0"/>
          <a:stretch/>
        </p:blipFill>
        <p:spPr>
          <a:xfrm>
            <a:off x="5225625" y="4630271"/>
            <a:ext cx="1119774" cy="513224"/>
          </a:xfrm>
          <a:prstGeom prst="rect">
            <a:avLst/>
          </a:prstGeom>
          <a:noFill/>
          <a:ln>
            <a:noFill/>
          </a:ln>
          <a:effectLst>
            <a:outerShdw blurRad="57150" rotWithShape="0" algn="bl" dir="5400000" dist="19050">
              <a:srgbClr val="9900FF">
                <a:alpha val="18430"/>
              </a:srgbClr>
            </a:outerShdw>
          </a:effectLst>
        </p:spPr>
      </p:pic>
      <p:pic>
        <p:nvPicPr>
          <p:cNvPr id="188" name="Google Shape;188;p28"/>
          <p:cNvPicPr preferRelativeResize="0"/>
          <p:nvPr/>
        </p:nvPicPr>
        <p:blipFill rotWithShape="1">
          <a:blip r:embed="rId4">
            <a:alphaModFix amt="31000"/>
          </a:blip>
          <a:srcRect b="54118" l="0" r="0" t="0"/>
          <a:stretch/>
        </p:blipFill>
        <p:spPr>
          <a:xfrm>
            <a:off x="1873750" y="4630271"/>
            <a:ext cx="1119774" cy="513224"/>
          </a:xfrm>
          <a:prstGeom prst="rect">
            <a:avLst/>
          </a:prstGeom>
          <a:noFill/>
          <a:ln>
            <a:noFill/>
          </a:ln>
          <a:effectLst>
            <a:outerShdw blurRad="57150" rotWithShape="0" algn="bl" dir="5400000" dist="19050">
              <a:srgbClr val="9900FF">
                <a:alpha val="47450"/>
              </a:srgbClr>
            </a:outerShdw>
          </a:effectLst>
        </p:spPr>
      </p:pic>
      <p:sp>
        <p:nvSpPr>
          <p:cNvPr id="189" name="Google Shape;189;p28"/>
          <p:cNvSpPr/>
          <p:nvPr/>
        </p:nvSpPr>
        <p:spPr>
          <a:xfrm>
            <a:off x="-2619" y="-92051"/>
            <a:ext cx="9145500" cy="5279700"/>
          </a:xfrm>
          <a:prstGeom prst="rect">
            <a:avLst/>
          </a:prstGeom>
          <a:solidFill>
            <a:srgbClr val="6F05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pic>
        <p:nvPicPr>
          <p:cNvPr id="190" name="Google Shape;190;p28"/>
          <p:cNvPicPr preferRelativeResize="0"/>
          <p:nvPr/>
        </p:nvPicPr>
        <p:blipFill rotWithShape="1">
          <a:blip r:embed="rId5">
            <a:alphaModFix/>
          </a:blip>
          <a:srcRect b="0" l="0" r="35947" t="0"/>
          <a:stretch/>
        </p:blipFill>
        <p:spPr>
          <a:xfrm>
            <a:off x="2098452" y="1871313"/>
            <a:ext cx="4759200" cy="1400875"/>
          </a:xfrm>
          <a:prstGeom prst="rect">
            <a:avLst/>
          </a:prstGeom>
          <a:noFill/>
          <a:ln>
            <a:noFill/>
          </a:ln>
          <a:effectLst>
            <a:outerShdw blurRad="71438" rotWithShape="0" algn="bl" dir="5400000" dist="38100">
              <a:srgbClr val="000000">
                <a:alpha val="4745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96" name="Google Shape;196;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97" name="Google Shape;197;p29"/>
          <p:cNvSpPr/>
          <p:nvPr/>
        </p:nvSpPr>
        <p:spPr>
          <a:xfrm>
            <a:off x="1950" y="0"/>
            <a:ext cx="9140100" cy="5143500"/>
          </a:xfrm>
          <a:prstGeom prst="roundRect">
            <a:avLst>
              <a:gd fmla="val -17778" name="adj"/>
            </a:avLst>
          </a:prstGeom>
          <a:solidFill>
            <a:schemeClr val="dk1"/>
          </a:solidFill>
          <a:ln>
            <a:noFill/>
          </a:ln>
        </p:spPr>
        <p:txBody>
          <a:bodyPr anchorCtr="0" anchor="ctr" bIns="607200" lIns="507775" spcFirstLastPara="1" rIns="507775" wrap="square" tIns="607200">
            <a:noAutofit/>
          </a:bodyPr>
          <a:lstStyle/>
          <a:p>
            <a:pPr indent="0" lvl="0" marL="0" marR="0" rtl="0" algn="ctr">
              <a:lnSpc>
                <a:spcPct val="160000"/>
              </a:lnSpc>
              <a:spcBef>
                <a:spcPts val="0"/>
              </a:spcBef>
              <a:spcAft>
                <a:spcPts val="0"/>
              </a:spcAft>
              <a:buNone/>
            </a:pPr>
            <a:r>
              <a:t/>
            </a:r>
            <a:endParaRPr b="0" i="0" sz="900" u="none" cap="none" strike="noStrike">
              <a:solidFill>
                <a:srgbClr val="000000"/>
              </a:solidFill>
              <a:latin typeface="Calibri"/>
              <a:ea typeface="Calibri"/>
              <a:cs typeface="Calibri"/>
              <a:sym typeface="Calibri"/>
            </a:endParaRPr>
          </a:p>
        </p:txBody>
      </p:sp>
      <p:sp>
        <p:nvSpPr>
          <p:cNvPr id="198" name="Google Shape;198;p29"/>
          <p:cNvSpPr/>
          <p:nvPr/>
        </p:nvSpPr>
        <p:spPr>
          <a:xfrm>
            <a:off x="600975" y="1498500"/>
            <a:ext cx="5052600" cy="1807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lang="pt-BR" sz="5800">
                <a:solidFill>
                  <a:srgbClr val="F7F9FA"/>
                </a:solidFill>
                <a:latin typeface="Raleway Black"/>
                <a:ea typeface="Raleway Black"/>
                <a:cs typeface="Raleway Black"/>
                <a:sym typeface="Raleway Black"/>
              </a:rPr>
              <a:t>Introdução sobre a MOB</a:t>
            </a:r>
            <a:endParaRPr i="0" sz="3550" u="none" cap="none" strike="noStrike">
              <a:solidFill>
                <a:srgbClr val="000000"/>
              </a:solidFill>
              <a:latin typeface="Raleway Black"/>
              <a:ea typeface="Raleway Black"/>
              <a:cs typeface="Raleway Black"/>
              <a:sym typeface="Raleway Black"/>
            </a:endParaRPr>
          </a:p>
        </p:txBody>
      </p:sp>
      <p:sp>
        <p:nvSpPr>
          <p:cNvPr id="199" name="Google Shape;199;p29"/>
          <p:cNvSpPr/>
          <p:nvPr/>
        </p:nvSpPr>
        <p:spPr>
          <a:xfrm>
            <a:off x="648000" y="3351375"/>
            <a:ext cx="3574200" cy="62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0" name="Google Shape;200;p29"/>
          <p:cNvPicPr preferRelativeResize="0"/>
          <p:nvPr/>
        </p:nvPicPr>
        <p:blipFill>
          <a:blip r:embed="rId3">
            <a:alphaModFix/>
          </a:blip>
          <a:stretch>
            <a:fillRect/>
          </a:stretch>
        </p:blipFill>
        <p:spPr>
          <a:xfrm>
            <a:off x="-283502" y="-58275"/>
            <a:ext cx="729000" cy="729025"/>
          </a:xfrm>
          <a:prstGeom prst="rect">
            <a:avLst/>
          </a:prstGeom>
          <a:noFill/>
          <a:ln>
            <a:noFill/>
          </a:ln>
        </p:spPr>
      </p:pic>
      <p:pic>
        <p:nvPicPr>
          <p:cNvPr id="201" name="Google Shape;201;p29"/>
          <p:cNvPicPr preferRelativeResize="0"/>
          <p:nvPr/>
        </p:nvPicPr>
        <p:blipFill>
          <a:blip r:embed="rId4">
            <a:alphaModFix amt="35000"/>
          </a:blip>
          <a:stretch>
            <a:fillRect/>
          </a:stretch>
        </p:blipFill>
        <p:spPr>
          <a:xfrm>
            <a:off x="5440775" y="522000"/>
            <a:ext cx="4016249" cy="401624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0"/>
          <p:cNvSpPr/>
          <p:nvPr/>
        </p:nvSpPr>
        <p:spPr>
          <a:xfrm>
            <a:off x="-2619" y="-92051"/>
            <a:ext cx="9145500" cy="5279700"/>
          </a:xfrm>
          <a:prstGeom prst="rect">
            <a:avLst/>
          </a:prstGeom>
          <a:solidFill>
            <a:srgbClr val="6F0FB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pic>
        <p:nvPicPr>
          <p:cNvPr descr="Texto&#10;&#10;Descrição gerada automaticamente" id="207" name="Google Shape;207;p30"/>
          <p:cNvPicPr preferRelativeResize="0"/>
          <p:nvPr/>
        </p:nvPicPr>
        <p:blipFill rotWithShape="1">
          <a:blip r:embed="rId3">
            <a:alphaModFix/>
          </a:blip>
          <a:srcRect b="0" l="0" r="0" t="0"/>
          <a:stretch/>
        </p:blipFill>
        <p:spPr>
          <a:xfrm>
            <a:off x="682487" y="1610179"/>
            <a:ext cx="3662575" cy="2105359"/>
          </a:xfrm>
          <a:prstGeom prst="rect">
            <a:avLst/>
          </a:prstGeom>
          <a:noFill/>
          <a:ln>
            <a:noFill/>
          </a:ln>
        </p:spPr>
      </p:pic>
      <p:pic>
        <p:nvPicPr>
          <p:cNvPr descr="Logotipo, nome da empresa&#10;&#10;Descrição gerada automaticamente" id="208" name="Google Shape;208;p30"/>
          <p:cNvPicPr preferRelativeResize="0"/>
          <p:nvPr/>
        </p:nvPicPr>
        <p:blipFill rotWithShape="1">
          <a:blip r:embed="rId4">
            <a:alphaModFix/>
          </a:blip>
          <a:srcRect b="0" l="0" r="0" t="0"/>
          <a:stretch/>
        </p:blipFill>
        <p:spPr>
          <a:xfrm>
            <a:off x="740465" y="1119178"/>
            <a:ext cx="1591919" cy="354104"/>
          </a:xfrm>
          <a:prstGeom prst="rect">
            <a:avLst/>
          </a:prstGeom>
          <a:noFill/>
          <a:ln>
            <a:noFill/>
          </a:ln>
        </p:spPr>
      </p:pic>
      <p:sp>
        <p:nvSpPr>
          <p:cNvPr id="209" name="Google Shape;209;p30"/>
          <p:cNvSpPr txBox="1"/>
          <p:nvPr/>
        </p:nvSpPr>
        <p:spPr>
          <a:xfrm>
            <a:off x="554925" y="3694050"/>
            <a:ext cx="39756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pt-BR" sz="1100" u="none" cap="none" strike="noStrike">
                <a:solidFill>
                  <a:srgbClr val="FFFFFF"/>
                </a:solidFill>
                <a:latin typeface="Raleway"/>
                <a:ea typeface="Raleway"/>
                <a:cs typeface="Raleway"/>
                <a:sym typeface="Raleway"/>
              </a:rPr>
              <a:t>A Mob2con adota uma abordagem inovadora no varejo, oferecendo soluções que geram um ambiente</a:t>
            </a:r>
            <a:endParaRPr i="0" sz="1400" u="none" cap="none" strike="noStrike">
              <a:solidFill>
                <a:srgbClr val="000000"/>
              </a:solidFill>
              <a:latin typeface="Raleway"/>
              <a:ea typeface="Raleway"/>
              <a:cs typeface="Raleway"/>
              <a:sym typeface="Raleway"/>
            </a:endParaRPr>
          </a:p>
          <a:p>
            <a:pPr indent="0" lvl="0" marL="0" marR="0" rtl="0" algn="l">
              <a:lnSpc>
                <a:spcPct val="100000"/>
              </a:lnSpc>
              <a:spcBef>
                <a:spcPts val="0"/>
              </a:spcBef>
              <a:spcAft>
                <a:spcPts val="0"/>
              </a:spcAft>
              <a:buClr>
                <a:srgbClr val="000000"/>
              </a:buClr>
              <a:buSzPts val="1100"/>
              <a:buFont typeface="Arial"/>
              <a:buNone/>
            </a:pPr>
            <a:r>
              <a:rPr i="0" lang="pt-BR" sz="1100" u="none" cap="none" strike="noStrike">
                <a:solidFill>
                  <a:srgbClr val="FFFFFF"/>
                </a:solidFill>
                <a:latin typeface="Raleway"/>
                <a:ea typeface="Raleway"/>
                <a:cs typeface="Raleway"/>
                <a:sym typeface="Raleway"/>
              </a:rPr>
              <a:t>ganha-ganha para varejos, indústrias e agências de promotores.</a:t>
            </a:r>
            <a:endParaRPr i="0" sz="1400" u="none" cap="none" strike="noStrike">
              <a:solidFill>
                <a:srgbClr val="000000"/>
              </a:solidFill>
              <a:latin typeface="Raleway"/>
              <a:ea typeface="Raleway"/>
              <a:cs typeface="Raleway"/>
              <a:sym typeface="Raleway"/>
            </a:endParaRPr>
          </a:p>
        </p:txBody>
      </p:sp>
      <p:sp>
        <p:nvSpPr>
          <p:cNvPr id="210" name="Google Shape;210;p30"/>
          <p:cNvSpPr txBox="1"/>
          <p:nvPr/>
        </p:nvSpPr>
        <p:spPr>
          <a:xfrm>
            <a:off x="3200400" y="2343150"/>
            <a:ext cx="27432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1" name="Google Shape;211;p30"/>
          <p:cNvPicPr preferRelativeResize="0"/>
          <p:nvPr/>
        </p:nvPicPr>
        <p:blipFill rotWithShape="1">
          <a:blip r:embed="rId5">
            <a:alphaModFix/>
          </a:blip>
          <a:srcRect b="0" l="0" r="0" t="0"/>
          <a:stretch/>
        </p:blipFill>
        <p:spPr>
          <a:xfrm>
            <a:off x="4992225" y="880708"/>
            <a:ext cx="3662575" cy="365436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1"/>
          <p:cNvSpPr/>
          <p:nvPr/>
        </p:nvSpPr>
        <p:spPr>
          <a:xfrm>
            <a:off x="-2619" y="-92051"/>
            <a:ext cx="9145500" cy="5279700"/>
          </a:xfrm>
          <a:prstGeom prst="rect">
            <a:avLst/>
          </a:prstGeom>
          <a:solidFill>
            <a:srgbClr val="6F05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pic>
        <p:nvPicPr>
          <p:cNvPr descr="Texto&#10;&#10;Descrição gerada automaticamente" id="217" name="Google Shape;217;p31"/>
          <p:cNvPicPr preferRelativeResize="0"/>
          <p:nvPr/>
        </p:nvPicPr>
        <p:blipFill rotWithShape="1">
          <a:blip r:embed="rId3">
            <a:alphaModFix/>
          </a:blip>
          <a:srcRect b="0" l="0" r="0" t="0"/>
          <a:stretch/>
        </p:blipFill>
        <p:spPr>
          <a:xfrm>
            <a:off x="682487" y="1610179"/>
            <a:ext cx="3662573" cy="2105358"/>
          </a:xfrm>
          <a:prstGeom prst="rect">
            <a:avLst/>
          </a:prstGeom>
          <a:noFill/>
          <a:ln>
            <a:noFill/>
          </a:ln>
        </p:spPr>
      </p:pic>
      <p:pic>
        <p:nvPicPr>
          <p:cNvPr descr="Logotipo, nome da empresa&#10;&#10;Descrição gerada automaticamente" id="218" name="Google Shape;218;p31"/>
          <p:cNvPicPr preferRelativeResize="0"/>
          <p:nvPr/>
        </p:nvPicPr>
        <p:blipFill rotWithShape="1">
          <a:blip r:embed="rId4">
            <a:alphaModFix/>
          </a:blip>
          <a:srcRect b="0" l="0" r="0" t="0"/>
          <a:stretch/>
        </p:blipFill>
        <p:spPr>
          <a:xfrm>
            <a:off x="740465" y="1119178"/>
            <a:ext cx="1591918" cy="354103"/>
          </a:xfrm>
          <a:prstGeom prst="rect">
            <a:avLst/>
          </a:prstGeom>
          <a:noFill/>
          <a:ln>
            <a:noFill/>
          </a:ln>
        </p:spPr>
      </p:pic>
      <p:sp>
        <p:nvSpPr>
          <p:cNvPr id="219" name="Google Shape;219;p31"/>
          <p:cNvSpPr txBox="1"/>
          <p:nvPr/>
        </p:nvSpPr>
        <p:spPr>
          <a:xfrm>
            <a:off x="554925" y="3694050"/>
            <a:ext cx="39756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0" lang="pt-BR" sz="1100" u="none" cap="none" strike="noStrike">
                <a:solidFill>
                  <a:srgbClr val="FFFFFF"/>
                </a:solidFill>
                <a:latin typeface="Raleway"/>
                <a:ea typeface="Raleway"/>
                <a:cs typeface="Raleway"/>
                <a:sym typeface="Raleway"/>
              </a:rPr>
              <a:t>A </a:t>
            </a:r>
            <a:r>
              <a:rPr lang="pt-BR" sz="1100">
                <a:solidFill>
                  <a:srgbClr val="FFFFFF"/>
                </a:solidFill>
                <a:latin typeface="Raleway"/>
                <a:ea typeface="Raleway"/>
                <a:cs typeface="Raleway"/>
                <a:sym typeface="Raleway"/>
              </a:rPr>
              <a:t>Mob2Con</a:t>
            </a:r>
            <a:r>
              <a:rPr i="0" lang="pt-BR" sz="1100" u="none" cap="none" strike="noStrike">
                <a:solidFill>
                  <a:srgbClr val="FFFFFF"/>
                </a:solidFill>
                <a:latin typeface="Raleway"/>
                <a:ea typeface="Raleway"/>
                <a:cs typeface="Raleway"/>
                <a:sym typeface="Raleway"/>
              </a:rPr>
              <a:t> adota uma abordagem inovadora no varejo, oferecendo soluções que geram um ambiente</a:t>
            </a:r>
            <a:endParaRPr i="0" sz="1400" u="none" cap="none" strike="noStrike">
              <a:solidFill>
                <a:srgbClr val="000000"/>
              </a:solidFill>
              <a:latin typeface="Raleway"/>
              <a:ea typeface="Raleway"/>
              <a:cs typeface="Raleway"/>
              <a:sym typeface="Raleway"/>
            </a:endParaRPr>
          </a:p>
          <a:p>
            <a:pPr indent="0" lvl="0" marL="0" marR="0" rtl="0" algn="l">
              <a:lnSpc>
                <a:spcPct val="100000"/>
              </a:lnSpc>
              <a:spcBef>
                <a:spcPts val="0"/>
              </a:spcBef>
              <a:spcAft>
                <a:spcPts val="0"/>
              </a:spcAft>
              <a:buNone/>
            </a:pPr>
            <a:r>
              <a:rPr i="0" lang="pt-BR" sz="1100" u="none" cap="none" strike="noStrike">
                <a:solidFill>
                  <a:srgbClr val="FFFFFF"/>
                </a:solidFill>
                <a:latin typeface="Raleway"/>
                <a:ea typeface="Raleway"/>
                <a:cs typeface="Raleway"/>
                <a:sym typeface="Raleway"/>
              </a:rPr>
              <a:t>ganha-ganha para varejos, indústrias e agências de promotores.</a:t>
            </a:r>
            <a:endParaRPr i="0" sz="1400" u="none" cap="none" strike="noStrike">
              <a:solidFill>
                <a:srgbClr val="000000"/>
              </a:solidFill>
              <a:latin typeface="Raleway"/>
              <a:ea typeface="Raleway"/>
              <a:cs typeface="Raleway"/>
              <a:sym typeface="Raleway"/>
            </a:endParaRPr>
          </a:p>
        </p:txBody>
      </p:sp>
      <p:sp>
        <p:nvSpPr>
          <p:cNvPr id="220" name="Google Shape;220;p31"/>
          <p:cNvSpPr txBox="1"/>
          <p:nvPr/>
        </p:nvSpPr>
        <p:spPr>
          <a:xfrm>
            <a:off x="3200400" y="2343150"/>
            <a:ext cx="27432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21" name="Google Shape;221;p31"/>
          <p:cNvPicPr preferRelativeResize="0"/>
          <p:nvPr/>
        </p:nvPicPr>
        <p:blipFill>
          <a:blip r:embed="rId5">
            <a:alphaModFix/>
          </a:blip>
          <a:stretch>
            <a:fillRect/>
          </a:stretch>
        </p:blipFill>
        <p:spPr>
          <a:xfrm>
            <a:off x="4722602" y="632788"/>
            <a:ext cx="4069224" cy="40601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2"/>
          <p:cNvSpPr/>
          <p:nvPr/>
        </p:nvSpPr>
        <p:spPr>
          <a:xfrm>
            <a:off x="-2619" y="-92051"/>
            <a:ext cx="9145500" cy="5279700"/>
          </a:xfrm>
          <a:prstGeom prst="rect">
            <a:avLst/>
          </a:prstGeom>
          <a:solidFill>
            <a:srgbClr val="F4690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600" u="none" cap="none" strike="noStrike">
              <a:solidFill>
                <a:srgbClr val="000000"/>
              </a:solidFill>
              <a:latin typeface="Arial"/>
              <a:ea typeface="Arial"/>
              <a:cs typeface="Arial"/>
              <a:sym typeface="Arial"/>
            </a:endParaRPr>
          </a:p>
        </p:txBody>
      </p:sp>
      <p:pic>
        <p:nvPicPr>
          <p:cNvPr descr="Texto&#10;&#10;Descrição gerada automaticamente" id="227" name="Google Shape;227;p32"/>
          <p:cNvPicPr preferRelativeResize="0"/>
          <p:nvPr/>
        </p:nvPicPr>
        <p:blipFill rotWithShape="1">
          <a:blip r:embed="rId3">
            <a:alphaModFix/>
          </a:blip>
          <a:srcRect b="0" l="0" r="0" t="0"/>
          <a:stretch/>
        </p:blipFill>
        <p:spPr>
          <a:xfrm>
            <a:off x="647237" y="1610179"/>
            <a:ext cx="3662575" cy="2105359"/>
          </a:xfrm>
          <a:prstGeom prst="rect">
            <a:avLst/>
          </a:prstGeom>
          <a:noFill/>
          <a:ln>
            <a:noFill/>
          </a:ln>
        </p:spPr>
      </p:pic>
      <p:pic>
        <p:nvPicPr>
          <p:cNvPr descr="Logotipo, nome da empresa&#10;&#10;Descrição gerada automaticamente" id="228" name="Google Shape;228;p32"/>
          <p:cNvPicPr preferRelativeResize="0"/>
          <p:nvPr/>
        </p:nvPicPr>
        <p:blipFill rotWithShape="1">
          <a:blip r:embed="rId4">
            <a:alphaModFix/>
          </a:blip>
          <a:srcRect b="0" l="0" r="0" t="0"/>
          <a:stretch/>
        </p:blipFill>
        <p:spPr>
          <a:xfrm>
            <a:off x="740465" y="1119179"/>
            <a:ext cx="1591919" cy="354104"/>
          </a:xfrm>
          <a:prstGeom prst="rect">
            <a:avLst/>
          </a:prstGeom>
          <a:noFill/>
          <a:ln>
            <a:noFill/>
          </a:ln>
        </p:spPr>
      </p:pic>
      <p:sp>
        <p:nvSpPr>
          <p:cNvPr id="229" name="Google Shape;229;p32"/>
          <p:cNvSpPr txBox="1"/>
          <p:nvPr/>
        </p:nvSpPr>
        <p:spPr>
          <a:xfrm>
            <a:off x="554925" y="3694050"/>
            <a:ext cx="3975600" cy="76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pt-BR" sz="1100" u="none" cap="none" strike="noStrike">
                <a:solidFill>
                  <a:srgbClr val="FFFFFF"/>
                </a:solidFill>
                <a:latin typeface="Raleway"/>
                <a:ea typeface="Raleway"/>
                <a:cs typeface="Raleway"/>
                <a:sym typeface="Raleway"/>
              </a:rPr>
              <a:t>A Mob2con adota uma abordagem inovadora no varejo, oferecendo soluções que geram um ambiente</a:t>
            </a:r>
            <a:endParaRPr sz="1400">
              <a:solidFill>
                <a:srgbClr val="000000"/>
              </a:solidFill>
              <a:latin typeface="Raleway"/>
              <a:ea typeface="Raleway"/>
              <a:cs typeface="Raleway"/>
              <a:sym typeface="Raleway"/>
            </a:endParaRPr>
          </a:p>
          <a:p>
            <a:pPr indent="0" lvl="0" marL="0" marR="0" rtl="0" algn="l">
              <a:spcBef>
                <a:spcPts val="0"/>
              </a:spcBef>
              <a:spcAft>
                <a:spcPts val="0"/>
              </a:spcAft>
              <a:buNone/>
            </a:pPr>
            <a:r>
              <a:rPr lang="pt-BR" sz="1100">
                <a:solidFill>
                  <a:srgbClr val="FFFFFF"/>
                </a:solidFill>
                <a:latin typeface="Raleway"/>
                <a:ea typeface="Raleway"/>
                <a:cs typeface="Raleway"/>
                <a:sym typeface="Raleway"/>
              </a:rPr>
              <a:t>ganha-ganha para varejos, indústrias e agências de promotores.</a:t>
            </a:r>
            <a:endParaRPr sz="1400">
              <a:solidFill>
                <a:srgbClr val="000000"/>
              </a:solidFill>
              <a:latin typeface="Raleway"/>
              <a:ea typeface="Raleway"/>
              <a:cs typeface="Raleway"/>
              <a:sym typeface="Raleway"/>
            </a:endParaRPr>
          </a:p>
        </p:txBody>
      </p:sp>
      <p:sp>
        <p:nvSpPr>
          <p:cNvPr id="230" name="Google Shape;230;p32"/>
          <p:cNvSpPr txBox="1"/>
          <p:nvPr/>
        </p:nvSpPr>
        <p:spPr>
          <a:xfrm>
            <a:off x="3200400" y="2343151"/>
            <a:ext cx="27432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400">
              <a:solidFill>
                <a:srgbClr val="000000"/>
              </a:solidFill>
              <a:latin typeface="Arial"/>
              <a:ea typeface="Arial"/>
              <a:cs typeface="Arial"/>
              <a:sym typeface="Arial"/>
            </a:endParaRPr>
          </a:p>
        </p:txBody>
      </p:sp>
      <p:pic>
        <p:nvPicPr>
          <p:cNvPr id="231" name="Google Shape;231;p32"/>
          <p:cNvPicPr preferRelativeResize="0"/>
          <p:nvPr/>
        </p:nvPicPr>
        <p:blipFill rotWithShape="1">
          <a:blip r:embed="rId5">
            <a:alphaModFix/>
          </a:blip>
          <a:srcRect b="0" l="0" r="0" t="0"/>
          <a:stretch/>
        </p:blipFill>
        <p:spPr>
          <a:xfrm>
            <a:off x="4722602" y="632788"/>
            <a:ext cx="4069224" cy="40601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id="236" name="Google Shape;236;p33"/>
          <p:cNvPicPr preferRelativeResize="0"/>
          <p:nvPr/>
        </p:nvPicPr>
        <p:blipFill rotWithShape="1">
          <a:blip r:embed="rId3">
            <a:alphaModFix amt="31000"/>
          </a:blip>
          <a:srcRect b="0" l="33333" r="0" t="0"/>
          <a:stretch/>
        </p:blipFill>
        <p:spPr>
          <a:xfrm>
            <a:off x="0" y="1118550"/>
            <a:ext cx="746524" cy="1118550"/>
          </a:xfrm>
          <a:prstGeom prst="rect">
            <a:avLst/>
          </a:prstGeom>
          <a:noFill/>
          <a:ln>
            <a:noFill/>
          </a:ln>
          <a:effectLst>
            <a:outerShdw blurRad="57150" rotWithShape="0" algn="bl" dir="5400000" dist="19050">
              <a:srgbClr val="9900FF">
                <a:alpha val="47450"/>
              </a:srgbClr>
            </a:outerShdw>
          </a:effectLst>
        </p:spPr>
      </p:pic>
      <p:pic>
        <p:nvPicPr>
          <p:cNvPr id="237" name="Google Shape;237;p33"/>
          <p:cNvPicPr preferRelativeResize="0"/>
          <p:nvPr/>
        </p:nvPicPr>
        <p:blipFill rotWithShape="1">
          <a:blip r:embed="rId4">
            <a:alphaModFix amt="31000"/>
          </a:blip>
          <a:srcRect b="0" l="0" r="28001" t="0"/>
          <a:stretch/>
        </p:blipFill>
        <p:spPr>
          <a:xfrm>
            <a:off x="8337775" y="2432350"/>
            <a:ext cx="806224" cy="1118550"/>
          </a:xfrm>
          <a:prstGeom prst="rect">
            <a:avLst/>
          </a:prstGeom>
          <a:noFill/>
          <a:ln>
            <a:noFill/>
          </a:ln>
          <a:effectLst>
            <a:outerShdw blurRad="57150" rotWithShape="0" algn="bl" dir="5400000" dist="19050">
              <a:srgbClr val="9900FF">
                <a:alpha val="47450"/>
              </a:srgbClr>
            </a:outerShdw>
          </a:effectLst>
        </p:spPr>
      </p:pic>
      <p:pic>
        <p:nvPicPr>
          <p:cNvPr id="238" name="Google Shape;238;p33"/>
          <p:cNvPicPr preferRelativeResize="0"/>
          <p:nvPr/>
        </p:nvPicPr>
        <p:blipFill rotWithShape="1">
          <a:blip r:embed="rId4">
            <a:alphaModFix amt="31000"/>
          </a:blip>
          <a:srcRect b="54118" l="0" r="0" t="0"/>
          <a:stretch/>
        </p:blipFill>
        <p:spPr>
          <a:xfrm>
            <a:off x="5225625" y="4630271"/>
            <a:ext cx="1119774" cy="513224"/>
          </a:xfrm>
          <a:prstGeom prst="rect">
            <a:avLst/>
          </a:prstGeom>
          <a:noFill/>
          <a:ln>
            <a:noFill/>
          </a:ln>
          <a:effectLst>
            <a:outerShdw blurRad="57150" rotWithShape="0" algn="bl" dir="5400000" dist="19050">
              <a:srgbClr val="9900FF">
                <a:alpha val="18430"/>
              </a:srgbClr>
            </a:outerShdw>
          </a:effectLst>
        </p:spPr>
      </p:pic>
      <p:pic>
        <p:nvPicPr>
          <p:cNvPr id="239" name="Google Shape;239;p33"/>
          <p:cNvPicPr preferRelativeResize="0"/>
          <p:nvPr/>
        </p:nvPicPr>
        <p:blipFill rotWithShape="1">
          <a:blip r:embed="rId4">
            <a:alphaModFix amt="31000"/>
          </a:blip>
          <a:srcRect b="54118" l="0" r="0" t="0"/>
          <a:stretch/>
        </p:blipFill>
        <p:spPr>
          <a:xfrm>
            <a:off x="1873750" y="4630271"/>
            <a:ext cx="1119774" cy="513224"/>
          </a:xfrm>
          <a:prstGeom prst="rect">
            <a:avLst/>
          </a:prstGeom>
          <a:noFill/>
          <a:ln>
            <a:noFill/>
          </a:ln>
          <a:effectLst>
            <a:outerShdw blurRad="57150" rotWithShape="0" algn="bl" dir="5400000" dist="19050">
              <a:srgbClr val="9900FF">
                <a:alpha val="47450"/>
              </a:srgbClr>
            </a:outerShdw>
          </a:effectLst>
        </p:spPr>
      </p:pic>
      <p:sp>
        <p:nvSpPr>
          <p:cNvPr id="240" name="Google Shape;240;p33"/>
          <p:cNvSpPr/>
          <p:nvPr/>
        </p:nvSpPr>
        <p:spPr>
          <a:xfrm>
            <a:off x="-2622" y="-92050"/>
            <a:ext cx="4574700" cy="5279700"/>
          </a:xfrm>
          <a:prstGeom prst="rect">
            <a:avLst/>
          </a:prstGeom>
          <a:solidFill>
            <a:srgbClr val="6F05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pic>
        <p:nvPicPr>
          <p:cNvPr id="241" name="Google Shape;241;p33"/>
          <p:cNvPicPr preferRelativeResize="0"/>
          <p:nvPr/>
        </p:nvPicPr>
        <p:blipFill rotWithShape="1">
          <a:blip r:embed="rId5">
            <a:alphaModFix/>
          </a:blip>
          <a:srcRect b="0" l="0" r="82071" t="0"/>
          <a:stretch/>
        </p:blipFill>
        <p:spPr>
          <a:xfrm>
            <a:off x="415975" y="1847363"/>
            <a:ext cx="1119775" cy="1400875"/>
          </a:xfrm>
          <a:prstGeom prst="rect">
            <a:avLst/>
          </a:prstGeom>
          <a:noFill/>
          <a:ln>
            <a:noFill/>
          </a:ln>
          <a:effectLst>
            <a:outerShdw blurRad="71438" rotWithShape="0" algn="bl" dir="5400000" dist="38100">
              <a:srgbClr val="000000">
                <a:alpha val="47450"/>
              </a:srgbClr>
            </a:outerShdw>
          </a:effectLst>
        </p:spPr>
      </p:pic>
      <p:sp>
        <p:nvSpPr>
          <p:cNvPr id="242" name="Google Shape;242;p33"/>
          <p:cNvSpPr txBox="1"/>
          <p:nvPr/>
        </p:nvSpPr>
        <p:spPr>
          <a:xfrm>
            <a:off x="1580075" y="1978250"/>
            <a:ext cx="3150900" cy="1139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100">
                <a:solidFill>
                  <a:srgbClr val="FFFFFF"/>
                </a:solidFill>
                <a:latin typeface="Raleway Light"/>
                <a:ea typeface="Raleway Light"/>
                <a:cs typeface="Raleway Light"/>
                <a:sym typeface="Raleway Light"/>
              </a:rPr>
              <a:t>Nossa</a:t>
            </a:r>
            <a:r>
              <a:rPr lang="pt-BR" sz="3100">
                <a:solidFill>
                  <a:srgbClr val="FFFFFF"/>
                </a:solidFill>
                <a:latin typeface="Raleway Black"/>
                <a:ea typeface="Raleway Black"/>
                <a:cs typeface="Raleway Black"/>
                <a:sym typeface="Raleway Black"/>
              </a:rPr>
              <a:t> </a:t>
            </a:r>
            <a:br>
              <a:rPr lang="pt-BR" sz="3100">
                <a:solidFill>
                  <a:srgbClr val="FFFFFF"/>
                </a:solidFill>
                <a:latin typeface="Raleway Black"/>
                <a:ea typeface="Raleway Black"/>
                <a:cs typeface="Raleway Black"/>
                <a:sym typeface="Raleway Black"/>
              </a:rPr>
            </a:br>
            <a:r>
              <a:rPr lang="pt-BR" sz="3100">
                <a:solidFill>
                  <a:srgbClr val="FFFFFF"/>
                </a:solidFill>
                <a:latin typeface="Raleway Black"/>
                <a:ea typeface="Raleway Black"/>
                <a:cs typeface="Raleway Black"/>
                <a:sym typeface="Raleway Black"/>
              </a:rPr>
              <a:t>História</a:t>
            </a:r>
            <a:endParaRPr sz="3100">
              <a:solidFill>
                <a:srgbClr val="FFFFFF"/>
              </a:solidFill>
              <a:latin typeface="Raleway Black"/>
              <a:ea typeface="Raleway Black"/>
              <a:cs typeface="Raleway Black"/>
              <a:sym typeface="Raleway Black"/>
            </a:endParaRPr>
          </a:p>
        </p:txBody>
      </p:sp>
      <p:sp>
        <p:nvSpPr>
          <p:cNvPr id="243" name="Google Shape;243;p33"/>
          <p:cNvSpPr txBox="1"/>
          <p:nvPr/>
        </p:nvSpPr>
        <p:spPr>
          <a:xfrm>
            <a:off x="4730975" y="832975"/>
            <a:ext cx="4323900" cy="428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pt-BR" sz="1200">
                <a:solidFill>
                  <a:srgbClr val="666666"/>
                </a:solidFill>
                <a:latin typeface="Raleway"/>
                <a:ea typeface="Raleway"/>
                <a:cs typeface="Raleway"/>
                <a:sym typeface="Raleway"/>
              </a:rPr>
              <a:t> Somos uma startup, fundada em 2015 por um especialista em varejo com </a:t>
            </a:r>
            <a:r>
              <a:rPr b="1" lang="pt-BR">
                <a:solidFill>
                  <a:srgbClr val="F46901"/>
                </a:solidFill>
                <a:latin typeface="Raleway"/>
                <a:ea typeface="Raleway"/>
                <a:cs typeface="Raleway"/>
                <a:sym typeface="Raleway"/>
              </a:rPr>
              <a:t>mais de trinta anos</a:t>
            </a:r>
            <a:r>
              <a:rPr b="1" lang="pt-BR" sz="1300">
                <a:solidFill>
                  <a:srgbClr val="666666"/>
                </a:solidFill>
                <a:latin typeface="Raleway"/>
                <a:ea typeface="Raleway"/>
                <a:cs typeface="Raleway"/>
                <a:sym typeface="Raleway"/>
              </a:rPr>
              <a:t> </a:t>
            </a:r>
            <a:r>
              <a:rPr lang="pt-BR" sz="1200">
                <a:solidFill>
                  <a:srgbClr val="666666"/>
                </a:solidFill>
                <a:latin typeface="Raleway"/>
                <a:ea typeface="Raleway"/>
                <a:cs typeface="Raleway"/>
                <a:sym typeface="Raleway"/>
              </a:rPr>
              <a:t>de experiência em</a:t>
            </a:r>
            <a:r>
              <a:rPr lang="pt-BR" sz="1300">
                <a:solidFill>
                  <a:srgbClr val="666666"/>
                </a:solidFill>
                <a:latin typeface="Raleway"/>
                <a:ea typeface="Raleway"/>
                <a:cs typeface="Raleway"/>
                <a:sym typeface="Raleway"/>
              </a:rPr>
              <a:t> </a:t>
            </a:r>
            <a:r>
              <a:rPr b="1" lang="pt-BR">
                <a:solidFill>
                  <a:srgbClr val="F46901"/>
                </a:solidFill>
                <a:latin typeface="Raleway"/>
                <a:ea typeface="Raleway"/>
                <a:cs typeface="Raleway"/>
                <a:sym typeface="Raleway"/>
              </a:rPr>
              <a:t>grandes redes varejistas.</a:t>
            </a:r>
            <a:r>
              <a:rPr b="1" lang="pt-BR" sz="1300">
                <a:solidFill>
                  <a:srgbClr val="666666"/>
                </a:solidFill>
                <a:latin typeface="Raleway"/>
                <a:ea typeface="Raleway"/>
                <a:cs typeface="Raleway"/>
                <a:sym typeface="Raleway"/>
              </a:rPr>
              <a:t> </a:t>
            </a:r>
            <a:endParaRPr b="1" sz="1300">
              <a:solidFill>
                <a:srgbClr val="666666"/>
              </a:solidFill>
              <a:latin typeface="Raleway"/>
              <a:ea typeface="Raleway"/>
              <a:cs typeface="Raleway"/>
              <a:sym typeface="Raleway"/>
            </a:endParaRPr>
          </a:p>
          <a:p>
            <a:pPr indent="0" lvl="0" marL="0" rtl="0" algn="l">
              <a:lnSpc>
                <a:spcPct val="115000"/>
              </a:lnSpc>
              <a:spcBef>
                <a:spcPts val="2000"/>
              </a:spcBef>
              <a:spcAft>
                <a:spcPts val="0"/>
              </a:spcAft>
              <a:buNone/>
            </a:pPr>
            <a:r>
              <a:rPr lang="pt-BR" sz="1200">
                <a:solidFill>
                  <a:srgbClr val="666666"/>
                </a:solidFill>
                <a:latin typeface="Raleway"/>
                <a:ea typeface="Raleway"/>
                <a:cs typeface="Raleway"/>
                <a:sym typeface="Raleway"/>
              </a:rPr>
              <a:t>Acreditamos que é possível alcançar um resultado</a:t>
            </a:r>
            <a:r>
              <a:rPr b="1" lang="pt-BR" sz="1200">
                <a:solidFill>
                  <a:srgbClr val="666666"/>
                </a:solidFill>
                <a:latin typeface="Raleway"/>
                <a:ea typeface="Raleway"/>
                <a:cs typeface="Raleway"/>
                <a:sym typeface="Raleway"/>
              </a:rPr>
              <a:t> </a:t>
            </a:r>
            <a:r>
              <a:rPr b="1" lang="pt-BR">
                <a:solidFill>
                  <a:srgbClr val="F46901"/>
                </a:solidFill>
                <a:latin typeface="Raleway"/>
                <a:ea typeface="Raleway"/>
                <a:cs typeface="Raleway"/>
                <a:sym typeface="Raleway"/>
              </a:rPr>
              <a:t>“ganha-ganha”</a:t>
            </a:r>
            <a:r>
              <a:rPr lang="pt-BR" sz="1300">
                <a:solidFill>
                  <a:srgbClr val="666666"/>
                </a:solidFill>
                <a:latin typeface="Raleway"/>
                <a:ea typeface="Raleway"/>
                <a:cs typeface="Raleway"/>
                <a:sym typeface="Raleway"/>
              </a:rPr>
              <a:t> </a:t>
            </a:r>
            <a:r>
              <a:rPr lang="pt-BR" sz="1200">
                <a:solidFill>
                  <a:srgbClr val="666666"/>
                </a:solidFill>
                <a:latin typeface="Raleway"/>
                <a:ea typeface="Raleway"/>
                <a:cs typeface="Raleway"/>
                <a:sym typeface="Raleway"/>
              </a:rPr>
              <a:t>ao fortalecer a integração entre o </a:t>
            </a:r>
            <a:r>
              <a:rPr b="1" lang="pt-BR">
                <a:solidFill>
                  <a:srgbClr val="F46901"/>
                </a:solidFill>
                <a:latin typeface="Raleway"/>
                <a:ea typeface="Raleway"/>
                <a:cs typeface="Raleway"/>
                <a:sym typeface="Raleway"/>
              </a:rPr>
              <a:t>varejo, a indústria e as agências de promotores.</a:t>
            </a:r>
            <a:r>
              <a:rPr b="1" lang="pt-BR" sz="1200">
                <a:solidFill>
                  <a:srgbClr val="666666"/>
                </a:solidFill>
                <a:latin typeface="Raleway"/>
                <a:ea typeface="Raleway"/>
                <a:cs typeface="Raleway"/>
                <a:sym typeface="Raleway"/>
              </a:rPr>
              <a:t> </a:t>
            </a:r>
            <a:endParaRPr b="1" sz="1200">
              <a:solidFill>
                <a:srgbClr val="666666"/>
              </a:solidFill>
              <a:latin typeface="Raleway"/>
              <a:ea typeface="Raleway"/>
              <a:cs typeface="Raleway"/>
              <a:sym typeface="Raleway"/>
            </a:endParaRPr>
          </a:p>
          <a:p>
            <a:pPr indent="0" lvl="0" marL="0" rtl="0" algn="l">
              <a:lnSpc>
                <a:spcPct val="115000"/>
              </a:lnSpc>
              <a:spcBef>
                <a:spcPts val="2000"/>
              </a:spcBef>
              <a:spcAft>
                <a:spcPts val="0"/>
              </a:spcAft>
              <a:buNone/>
            </a:pPr>
            <a:r>
              <a:rPr lang="pt-BR" sz="1200">
                <a:solidFill>
                  <a:srgbClr val="666666"/>
                </a:solidFill>
                <a:latin typeface="Raleway"/>
                <a:ea typeface="Raleway"/>
                <a:cs typeface="Raleway"/>
                <a:sym typeface="Raleway"/>
              </a:rPr>
              <a:t>Todas as soluções que desenvolvemos são guiadas por uma visão única:</a:t>
            </a:r>
            <a:r>
              <a:rPr lang="pt-BR" sz="1300">
                <a:solidFill>
                  <a:srgbClr val="666666"/>
                </a:solidFill>
                <a:latin typeface="Raleway"/>
                <a:ea typeface="Raleway"/>
                <a:cs typeface="Raleway"/>
                <a:sym typeface="Raleway"/>
              </a:rPr>
              <a:t> </a:t>
            </a:r>
            <a:r>
              <a:rPr b="1" lang="pt-BR">
                <a:solidFill>
                  <a:srgbClr val="F46901"/>
                </a:solidFill>
                <a:latin typeface="Raleway"/>
                <a:ea typeface="Raleway"/>
                <a:cs typeface="Raleway"/>
                <a:sym typeface="Raleway"/>
              </a:rPr>
              <a:t>eliminar a ineficiência operacional. </a:t>
            </a:r>
            <a:endParaRPr b="1">
              <a:solidFill>
                <a:srgbClr val="F46901"/>
              </a:solidFill>
              <a:latin typeface="Raleway"/>
              <a:ea typeface="Raleway"/>
              <a:cs typeface="Raleway"/>
              <a:sym typeface="Raleway"/>
            </a:endParaRPr>
          </a:p>
          <a:p>
            <a:pPr indent="0" lvl="0" marL="0" rtl="0" algn="l">
              <a:lnSpc>
                <a:spcPct val="115000"/>
              </a:lnSpc>
              <a:spcBef>
                <a:spcPts val="2000"/>
              </a:spcBef>
              <a:spcAft>
                <a:spcPts val="2000"/>
              </a:spcAft>
              <a:buNone/>
            </a:pPr>
            <a:r>
              <a:rPr lang="pt-BR" sz="1300">
                <a:solidFill>
                  <a:srgbClr val="666666"/>
                </a:solidFill>
                <a:latin typeface="Raleway"/>
                <a:ea typeface="Raleway"/>
                <a:cs typeface="Raleway"/>
                <a:sym typeface="Raleway"/>
              </a:rPr>
              <a:t>I</a:t>
            </a:r>
            <a:r>
              <a:rPr lang="pt-BR" sz="1200">
                <a:solidFill>
                  <a:srgbClr val="666666"/>
                </a:solidFill>
                <a:latin typeface="Raleway"/>
                <a:ea typeface="Raleway"/>
                <a:cs typeface="Raleway"/>
                <a:sym typeface="Raleway"/>
              </a:rPr>
              <a:t>sso é alcançado através de uma </a:t>
            </a:r>
            <a:r>
              <a:rPr b="1" lang="pt-BR" sz="1300">
                <a:solidFill>
                  <a:srgbClr val="666666"/>
                </a:solidFill>
                <a:latin typeface="Raleway"/>
                <a:ea typeface="Raleway"/>
                <a:cs typeface="Raleway"/>
                <a:sym typeface="Raleway"/>
              </a:rPr>
              <a:t> </a:t>
            </a:r>
            <a:r>
              <a:rPr b="1" lang="pt-BR" sz="1500">
                <a:solidFill>
                  <a:srgbClr val="F46901"/>
                </a:solidFill>
                <a:latin typeface="Raleway"/>
                <a:ea typeface="Raleway"/>
                <a:cs typeface="Raleway"/>
                <a:sym typeface="Raleway"/>
              </a:rPr>
              <a:t>tecnologia analítica</a:t>
            </a:r>
            <a:r>
              <a:rPr lang="pt-BR" sz="1500">
                <a:solidFill>
                  <a:srgbClr val="F46901"/>
                </a:solidFill>
                <a:latin typeface="Raleway"/>
                <a:ea typeface="Raleway"/>
                <a:cs typeface="Raleway"/>
                <a:sym typeface="Raleway"/>
              </a:rPr>
              <a:t>, </a:t>
            </a:r>
            <a:r>
              <a:rPr lang="pt-BR" sz="1200">
                <a:solidFill>
                  <a:srgbClr val="666666"/>
                </a:solidFill>
                <a:latin typeface="Raleway"/>
                <a:ea typeface="Raleway"/>
                <a:cs typeface="Raleway"/>
                <a:sym typeface="Raleway"/>
              </a:rPr>
              <a:t>que fornece </a:t>
            </a:r>
            <a:r>
              <a:rPr b="1" lang="pt-BR">
                <a:solidFill>
                  <a:srgbClr val="F46901"/>
                </a:solidFill>
                <a:latin typeface="Raleway"/>
                <a:ea typeface="Raleway"/>
                <a:cs typeface="Raleway"/>
                <a:sym typeface="Raleway"/>
              </a:rPr>
              <a:t>eficiência</a:t>
            </a:r>
            <a:r>
              <a:rPr b="1" lang="pt-BR" sz="1200">
                <a:solidFill>
                  <a:srgbClr val="666666"/>
                </a:solidFill>
                <a:latin typeface="Raleway"/>
                <a:ea typeface="Raleway"/>
                <a:cs typeface="Raleway"/>
                <a:sym typeface="Raleway"/>
              </a:rPr>
              <a:t> </a:t>
            </a:r>
            <a:r>
              <a:rPr lang="pt-BR" sz="1200">
                <a:solidFill>
                  <a:srgbClr val="666666"/>
                </a:solidFill>
                <a:latin typeface="Raleway"/>
                <a:ea typeface="Raleway"/>
                <a:cs typeface="Raleway"/>
                <a:sym typeface="Raleway"/>
              </a:rPr>
              <a:t>para os promotores de vendas,</a:t>
            </a:r>
            <a:r>
              <a:rPr b="1" lang="pt-BR" sz="1200">
                <a:solidFill>
                  <a:srgbClr val="666666"/>
                </a:solidFill>
                <a:latin typeface="Raleway"/>
                <a:ea typeface="Raleway"/>
                <a:cs typeface="Raleway"/>
                <a:sym typeface="Raleway"/>
              </a:rPr>
              <a:t> </a:t>
            </a:r>
            <a:r>
              <a:rPr b="1" lang="pt-BR">
                <a:solidFill>
                  <a:srgbClr val="F46901"/>
                </a:solidFill>
                <a:latin typeface="Raleway"/>
                <a:ea typeface="Raleway"/>
                <a:cs typeface="Raleway"/>
                <a:sym typeface="Raleway"/>
              </a:rPr>
              <a:t>inteligência</a:t>
            </a:r>
            <a:r>
              <a:rPr lang="pt-BR" sz="1200">
                <a:solidFill>
                  <a:srgbClr val="666666"/>
                </a:solidFill>
                <a:latin typeface="Raleway"/>
                <a:ea typeface="Raleway"/>
                <a:cs typeface="Raleway"/>
                <a:sym typeface="Raleway"/>
              </a:rPr>
              <a:t> para o controle de estoque da loja, </a:t>
            </a:r>
            <a:r>
              <a:rPr b="1" lang="pt-BR">
                <a:solidFill>
                  <a:srgbClr val="F46901"/>
                </a:solidFill>
                <a:latin typeface="Raleway"/>
                <a:ea typeface="Raleway"/>
                <a:cs typeface="Raleway"/>
                <a:sym typeface="Raleway"/>
              </a:rPr>
              <a:t>agilidade</a:t>
            </a:r>
            <a:r>
              <a:rPr b="1" lang="pt-BR" sz="1200">
                <a:solidFill>
                  <a:srgbClr val="666666"/>
                </a:solidFill>
                <a:latin typeface="Raleway"/>
                <a:ea typeface="Raleway"/>
                <a:cs typeface="Raleway"/>
                <a:sym typeface="Raleway"/>
              </a:rPr>
              <a:t> </a:t>
            </a:r>
            <a:r>
              <a:rPr lang="pt-BR" sz="1200">
                <a:solidFill>
                  <a:srgbClr val="666666"/>
                </a:solidFill>
                <a:latin typeface="Raleway"/>
                <a:ea typeface="Raleway"/>
                <a:cs typeface="Raleway"/>
                <a:sym typeface="Raleway"/>
              </a:rPr>
              <a:t>para reduzir rupturas e aumento do Sell out.</a:t>
            </a:r>
            <a:endParaRPr sz="1200">
              <a:solidFill>
                <a:srgbClr val="666666"/>
              </a:solidFill>
              <a:latin typeface="Raleway"/>
              <a:ea typeface="Raleway"/>
              <a:cs typeface="Raleway"/>
              <a:sym typeface="Raleway"/>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pic>
        <p:nvPicPr>
          <p:cNvPr id="248" name="Google Shape;248;p34"/>
          <p:cNvPicPr preferRelativeResize="0"/>
          <p:nvPr/>
        </p:nvPicPr>
        <p:blipFill rotWithShape="1">
          <a:blip r:embed="rId3">
            <a:alphaModFix amt="31000"/>
          </a:blip>
          <a:srcRect b="0" l="33333" r="0" t="0"/>
          <a:stretch/>
        </p:blipFill>
        <p:spPr>
          <a:xfrm>
            <a:off x="0" y="1118550"/>
            <a:ext cx="746524" cy="1118550"/>
          </a:xfrm>
          <a:prstGeom prst="rect">
            <a:avLst/>
          </a:prstGeom>
          <a:noFill/>
          <a:ln>
            <a:noFill/>
          </a:ln>
          <a:effectLst>
            <a:outerShdw blurRad="57150" rotWithShape="0" algn="bl" dir="5400000" dist="19050">
              <a:srgbClr val="9900FF">
                <a:alpha val="47450"/>
              </a:srgbClr>
            </a:outerShdw>
          </a:effectLst>
        </p:spPr>
      </p:pic>
      <p:pic>
        <p:nvPicPr>
          <p:cNvPr id="249" name="Google Shape;249;p34"/>
          <p:cNvPicPr preferRelativeResize="0"/>
          <p:nvPr/>
        </p:nvPicPr>
        <p:blipFill rotWithShape="1">
          <a:blip r:embed="rId4">
            <a:alphaModFix amt="31000"/>
          </a:blip>
          <a:srcRect b="0" l="0" r="28001" t="0"/>
          <a:stretch/>
        </p:blipFill>
        <p:spPr>
          <a:xfrm>
            <a:off x="8337775" y="2432350"/>
            <a:ext cx="806224" cy="1118550"/>
          </a:xfrm>
          <a:prstGeom prst="rect">
            <a:avLst/>
          </a:prstGeom>
          <a:noFill/>
          <a:ln>
            <a:noFill/>
          </a:ln>
          <a:effectLst>
            <a:outerShdw blurRad="57150" rotWithShape="0" algn="bl" dir="5400000" dist="19050">
              <a:srgbClr val="9900FF">
                <a:alpha val="47450"/>
              </a:srgbClr>
            </a:outerShdw>
          </a:effectLst>
        </p:spPr>
      </p:pic>
      <p:pic>
        <p:nvPicPr>
          <p:cNvPr id="250" name="Google Shape;250;p34"/>
          <p:cNvPicPr preferRelativeResize="0"/>
          <p:nvPr/>
        </p:nvPicPr>
        <p:blipFill rotWithShape="1">
          <a:blip r:embed="rId4">
            <a:alphaModFix amt="31000"/>
          </a:blip>
          <a:srcRect b="54118" l="0" r="0" t="0"/>
          <a:stretch/>
        </p:blipFill>
        <p:spPr>
          <a:xfrm>
            <a:off x="5225625" y="4630271"/>
            <a:ext cx="1119774" cy="513224"/>
          </a:xfrm>
          <a:prstGeom prst="rect">
            <a:avLst/>
          </a:prstGeom>
          <a:noFill/>
          <a:ln>
            <a:noFill/>
          </a:ln>
          <a:effectLst>
            <a:outerShdw blurRad="57150" rotWithShape="0" algn="bl" dir="5400000" dist="19050">
              <a:srgbClr val="9900FF">
                <a:alpha val="18430"/>
              </a:srgbClr>
            </a:outerShdw>
          </a:effectLst>
        </p:spPr>
      </p:pic>
      <p:pic>
        <p:nvPicPr>
          <p:cNvPr id="251" name="Google Shape;251;p34"/>
          <p:cNvPicPr preferRelativeResize="0"/>
          <p:nvPr/>
        </p:nvPicPr>
        <p:blipFill rotWithShape="1">
          <a:blip r:embed="rId4">
            <a:alphaModFix amt="31000"/>
          </a:blip>
          <a:srcRect b="54118" l="0" r="0" t="0"/>
          <a:stretch/>
        </p:blipFill>
        <p:spPr>
          <a:xfrm>
            <a:off x="1873750" y="4630271"/>
            <a:ext cx="1119774" cy="513224"/>
          </a:xfrm>
          <a:prstGeom prst="rect">
            <a:avLst/>
          </a:prstGeom>
          <a:noFill/>
          <a:ln>
            <a:noFill/>
          </a:ln>
          <a:effectLst>
            <a:outerShdw blurRad="57150" rotWithShape="0" algn="bl" dir="5400000" dist="19050">
              <a:srgbClr val="9900FF">
                <a:alpha val="47450"/>
              </a:srgbClr>
            </a:outerShdw>
          </a:effectLst>
        </p:spPr>
      </p:pic>
      <p:sp>
        <p:nvSpPr>
          <p:cNvPr id="252" name="Google Shape;252;p34"/>
          <p:cNvSpPr/>
          <p:nvPr/>
        </p:nvSpPr>
        <p:spPr>
          <a:xfrm>
            <a:off x="-2622" y="-92050"/>
            <a:ext cx="4574700" cy="5279700"/>
          </a:xfrm>
          <a:prstGeom prst="rect">
            <a:avLst/>
          </a:prstGeom>
          <a:solidFill>
            <a:srgbClr val="6F05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pic>
        <p:nvPicPr>
          <p:cNvPr id="253" name="Google Shape;253;p34"/>
          <p:cNvPicPr preferRelativeResize="0"/>
          <p:nvPr/>
        </p:nvPicPr>
        <p:blipFill rotWithShape="1">
          <a:blip r:embed="rId5">
            <a:alphaModFix/>
          </a:blip>
          <a:srcRect b="0" l="0" r="82071" t="0"/>
          <a:stretch/>
        </p:blipFill>
        <p:spPr>
          <a:xfrm>
            <a:off x="415975" y="1847363"/>
            <a:ext cx="1119775" cy="1400875"/>
          </a:xfrm>
          <a:prstGeom prst="rect">
            <a:avLst/>
          </a:prstGeom>
          <a:noFill/>
          <a:ln>
            <a:noFill/>
          </a:ln>
          <a:effectLst>
            <a:outerShdw blurRad="71438" rotWithShape="0" algn="bl" dir="5400000" dist="38100">
              <a:srgbClr val="000000">
                <a:alpha val="47450"/>
              </a:srgbClr>
            </a:outerShdw>
          </a:effectLst>
        </p:spPr>
      </p:pic>
      <p:sp>
        <p:nvSpPr>
          <p:cNvPr id="254" name="Google Shape;254;p34"/>
          <p:cNvSpPr txBox="1"/>
          <p:nvPr/>
        </p:nvSpPr>
        <p:spPr>
          <a:xfrm>
            <a:off x="1580075" y="1978250"/>
            <a:ext cx="3150900" cy="1139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100">
                <a:solidFill>
                  <a:srgbClr val="FFFFFF"/>
                </a:solidFill>
                <a:latin typeface="Raleway Light"/>
                <a:ea typeface="Raleway Light"/>
                <a:cs typeface="Raleway Light"/>
                <a:sym typeface="Raleway Light"/>
              </a:rPr>
              <a:t>Nosso</a:t>
            </a:r>
            <a:r>
              <a:rPr lang="pt-BR" sz="3100">
                <a:solidFill>
                  <a:srgbClr val="FFFFFF"/>
                </a:solidFill>
                <a:latin typeface="Raleway Black"/>
                <a:ea typeface="Raleway Black"/>
                <a:cs typeface="Raleway Black"/>
                <a:sym typeface="Raleway Black"/>
              </a:rPr>
              <a:t> </a:t>
            </a:r>
            <a:br>
              <a:rPr lang="pt-BR" sz="3100">
                <a:solidFill>
                  <a:srgbClr val="FFFFFF"/>
                </a:solidFill>
                <a:latin typeface="Raleway Black"/>
                <a:ea typeface="Raleway Black"/>
                <a:cs typeface="Raleway Black"/>
                <a:sym typeface="Raleway Black"/>
              </a:rPr>
            </a:br>
            <a:r>
              <a:rPr lang="pt-BR" sz="3100">
                <a:solidFill>
                  <a:srgbClr val="FFFFFF"/>
                </a:solidFill>
                <a:latin typeface="Raleway Black"/>
                <a:ea typeface="Raleway Black"/>
                <a:cs typeface="Raleway Black"/>
                <a:sym typeface="Raleway Black"/>
              </a:rPr>
              <a:t>Propósito</a:t>
            </a:r>
            <a:endParaRPr sz="3100">
              <a:solidFill>
                <a:srgbClr val="FFFFFF"/>
              </a:solidFill>
              <a:latin typeface="Raleway Black"/>
              <a:ea typeface="Raleway Black"/>
              <a:cs typeface="Raleway Black"/>
              <a:sym typeface="Raleway Black"/>
            </a:endParaRPr>
          </a:p>
        </p:txBody>
      </p:sp>
      <p:sp>
        <p:nvSpPr>
          <p:cNvPr id="255" name="Google Shape;255;p34"/>
          <p:cNvSpPr txBox="1"/>
          <p:nvPr/>
        </p:nvSpPr>
        <p:spPr>
          <a:xfrm>
            <a:off x="5040700" y="1809050"/>
            <a:ext cx="3568500" cy="181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pt-BR" sz="1500">
                <a:solidFill>
                  <a:srgbClr val="666666"/>
                </a:solidFill>
                <a:latin typeface="Raleway"/>
                <a:ea typeface="Raleway"/>
                <a:cs typeface="Raleway"/>
                <a:sym typeface="Raleway"/>
              </a:rPr>
              <a:t>Desenvolver </a:t>
            </a:r>
            <a:r>
              <a:rPr b="1" lang="pt-BR" sz="1600">
                <a:solidFill>
                  <a:srgbClr val="F46901"/>
                </a:solidFill>
                <a:latin typeface="Raleway"/>
                <a:ea typeface="Raleway"/>
                <a:cs typeface="Raleway"/>
                <a:sym typeface="Raleway"/>
              </a:rPr>
              <a:t>soluções tecnológicas</a:t>
            </a:r>
            <a:r>
              <a:rPr lang="pt-BR" sz="1600">
                <a:solidFill>
                  <a:srgbClr val="F46901"/>
                </a:solidFill>
                <a:latin typeface="Raleway"/>
                <a:ea typeface="Raleway"/>
                <a:cs typeface="Raleway"/>
                <a:sym typeface="Raleway"/>
              </a:rPr>
              <a:t> </a:t>
            </a:r>
            <a:r>
              <a:rPr lang="pt-BR" sz="1500">
                <a:solidFill>
                  <a:srgbClr val="666666"/>
                </a:solidFill>
                <a:latin typeface="Raleway"/>
                <a:ea typeface="Raleway"/>
                <a:cs typeface="Raleway"/>
                <a:sym typeface="Raleway"/>
              </a:rPr>
              <a:t>que </a:t>
            </a:r>
            <a:r>
              <a:rPr b="1" lang="pt-BR" sz="1600">
                <a:solidFill>
                  <a:srgbClr val="F46901"/>
                </a:solidFill>
                <a:latin typeface="Raleway"/>
                <a:ea typeface="Raleway"/>
                <a:cs typeface="Raleway"/>
                <a:sym typeface="Raleway"/>
              </a:rPr>
              <a:t>revolucionem</a:t>
            </a:r>
            <a:r>
              <a:rPr lang="pt-BR" sz="1500">
                <a:solidFill>
                  <a:srgbClr val="666666"/>
                </a:solidFill>
                <a:latin typeface="Raleway"/>
                <a:ea typeface="Raleway"/>
                <a:cs typeface="Raleway"/>
                <a:sym typeface="Raleway"/>
              </a:rPr>
              <a:t> a última milha (last mile) do processo de </a:t>
            </a:r>
            <a:r>
              <a:rPr b="1" lang="pt-BR" sz="1600">
                <a:solidFill>
                  <a:srgbClr val="F46901"/>
                </a:solidFill>
                <a:latin typeface="Raleway"/>
                <a:ea typeface="Raleway"/>
                <a:cs typeface="Raleway"/>
                <a:sym typeface="Raleway"/>
              </a:rPr>
              <a:t>reposição de gôndolas</a:t>
            </a:r>
            <a:r>
              <a:rPr lang="pt-BR" sz="1500">
                <a:solidFill>
                  <a:srgbClr val="666666"/>
                </a:solidFill>
                <a:latin typeface="Raleway"/>
                <a:ea typeface="Raleway"/>
                <a:cs typeface="Raleway"/>
                <a:sym typeface="Raleway"/>
              </a:rPr>
              <a:t>, para que possamos </a:t>
            </a:r>
            <a:r>
              <a:rPr lang="pt-BR" sz="1500">
                <a:solidFill>
                  <a:srgbClr val="666666"/>
                </a:solidFill>
                <a:latin typeface="Raleway Medium"/>
                <a:ea typeface="Raleway Medium"/>
                <a:cs typeface="Raleway Medium"/>
                <a:sym typeface="Raleway Medium"/>
              </a:rPr>
              <a:t>encontrar</a:t>
            </a:r>
            <a:r>
              <a:rPr lang="pt-BR" sz="1500">
                <a:solidFill>
                  <a:srgbClr val="666666"/>
                </a:solidFill>
                <a:latin typeface="Raleway"/>
                <a:ea typeface="Raleway"/>
                <a:cs typeface="Raleway"/>
                <a:sym typeface="Raleway"/>
              </a:rPr>
              <a:t> sempre nossos</a:t>
            </a:r>
            <a:r>
              <a:rPr lang="pt-BR" sz="1500">
                <a:solidFill>
                  <a:srgbClr val="666666"/>
                </a:solidFill>
                <a:latin typeface="Raleway Medium"/>
                <a:ea typeface="Raleway Medium"/>
                <a:cs typeface="Raleway Medium"/>
                <a:sym typeface="Raleway Medium"/>
              </a:rPr>
              <a:t> produtos</a:t>
            </a:r>
            <a:r>
              <a:rPr lang="pt-BR" sz="1500">
                <a:solidFill>
                  <a:srgbClr val="666666"/>
                </a:solidFill>
                <a:latin typeface="Raleway"/>
                <a:ea typeface="Raleway"/>
                <a:cs typeface="Raleway"/>
                <a:sym typeface="Raleway"/>
              </a:rPr>
              <a:t> favoritos nas lojas.</a:t>
            </a:r>
            <a:endParaRPr sz="1500">
              <a:solidFill>
                <a:srgbClr val="666666"/>
              </a:solidFill>
              <a:latin typeface="Raleway"/>
              <a:ea typeface="Raleway"/>
              <a:cs typeface="Raleway"/>
              <a:sym typeface="Raleway"/>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pic>
        <p:nvPicPr>
          <p:cNvPr id="260" name="Google Shape;260;p35"/>
          <p:cNvPicPr preferRelativeResize="0"/>
          <p:nvPr/>
        </p:nvPicPr>
        <p:blipFill rotWithShape="1">
          <a:blip r:embed="rId3">
            <a:alphaModFix amt="31000"/>
          </a:blip>
          <a:srcRect b="0" l="33333" r="0" t="0"/>
          <a:stretch/>
        </p:blipFill>
        <p:spPr>
          <a:xfrm>
            <a:off x="0" y="1118550"/>
            <a:ext cx="746524" cy="1118550"/>
          </a:xfrm>
          <a:prstGeom prst="rect">
            <a:avLst/>
          </a:prstGeom>
          <a:noFill/>
          <a:ln>
            <a:noFill/>
          </a:ln>
          <a:effectLst>
            <a:outerShdw blurRad="57150" rotWithShape="0" algn="bl" dir="5400000" dist="19050">
              <a:srgbClr val="9900FF">
                <a:alpha val="47450"/>
              </a:srgbClr>
            </a:outerShdw>
          </a:effectLst>
        </p:spPr>
      </p:pic>
      <p:pic>
        <p:nvPicPr>
          <p:cNvPr id="261" name="Google Shape;261;p35"/>
          <p:cNvPicPr preferRelativeResize="0"/>
          <p:nvPr/>
        </p:nvPicPr>
        <p:blipFill rotWithShape="1">
          <a:blip r:embed="rId4">
            <a:alphaModFix amt="31000"/>
          </a:blip>
          <a:srcRect b="0" l="0" r="28001" t="0"/>
          <a:stretch/>
        </p:blipFill>
        <p:spPr>
          <a:xfrm>
            <a:off x="8337775" y="2432350"/>
            <a:ext cx="806224" cy="1118550"/>
          </a:xfrm>
          <a:prstGeom prst="rect">
            <a:avLst/>
          </a:prstGeom>
          <a:noFill/>
          <a:ln>
            <a:noFill/>
          </a:ln>
          <a:effectLst>
            <a:outerShdw blurRad="57150" rotWithShape="0" algn="bl" dir="5400000" dist="19050">
              <a:srgbClr val="9900FF">
                <a:alpha val="47450"/>
              </a:srgbClr>
            </a:outerShdw>
          </a:effectLst>
        </p:spPr>
      </p:pic>
      <p:pic>
        <p:nvPicPr>
          <p:cNvPr id="262" name="Google Shape;262;p35"/>
          <p:cNvPicPr preferRelativeResize="0"/>
          <p:nvPr/>
        </p:nvPicPr>
        <p:blipFill rotWithShape="1">
          <a:blip r:embed="rId4">
            <a:alphaModFix amt="31000"/>
          </a:blip>
          <a:srcRect b="54118" l="0" r="0" t="0"/>
          <a:stretch/>
        </p:blipFill>
        <p:spPr>
          <a:xfrm>
            <a:off x="5225625" y="4630271"/>
            <a:ext cx="1119774" cy="513224"/>
          </a:xfrm>
          <a:prstGeom prst="rect">
            <a:avLst/>
          </a:prstGeom>
          <a:noFill/>
          <a:ln>
            <a:noFill/>
          </a:ln>
          <a:effectLst>
            <a:outerShdw blurRad="57150" rotWithShape="0" algn="bl" dir="5400000" dist="19050">
              <a:srgbClr val="9900FF">
                <a:alpha val="18430"/>
              </a:srgbClr>
            </a:outerShdw>
          </a:effectLst>
        </p:spPr>
      </p:pic>
      <p:pic>
        <p:nvPicPr>
          <p:cNvPr id="263" name="Google Shape;263;p35"/>
          <p:cNvPicPr preferRelativeResize="0"/>
          <p:nvPr/>
        </p:nvPicPr>
        <p:blipFill rotWithShape="1">
          <a:blip r:embed="rId4">
            <a:alphaModFix amt="31000"/>
          </a:blip>
          <a:srcRect b="54118" l="0" r="0" t="0"/>
          <a:stretch/>
        </p:blipFill>
        <p:spPr>
          <a:xfrm>
            <a:off x="1873750" y="4630271"/>
            <a:ext cx="1119774" cy="513224"/>
          </a:xfrm>
          <a:prstGeom prst="rect">
            <a:avLst/>
          </a:prstGeom>
          <a:noFill/>
          <a:ln>
            <a:noFill/>
          </a:ln>
          <a:effectLst>
            <a:outerShdw blurRad="57150" rotWithShape="0" algn="bl" dir="5400000" dist="19050">
              <a:srgbClr val="9900FF">
                <a:alpha val="47450"/>
              </a:srgbClr>
            </a:outerShdw>
          </a:effectLst>
        </p:spPr>
      </p:pic>
      <p:sp>
        <p:nvSpPr>
          <p:cNvPr id="264" name="Google Shape;264;p35"/>
          <p:cNvSpPr/>
          <p:nvPr/>
        </p:nvSpPr>
        <p:spPr>
          <a:xfrm>
            <a:off x="-2622" y="-92050"/>
            <a:ext cx="4574700" cy="5279700"/>
          </a:xfrm>
          <a:prstGeom prst="rect">
            <a:avLst/>
          </a:prstGeom>
          <a:solidFill>
            <a:srgbClr val="6F05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pic>
        <p:nvPicPr>
          <p:cNvPr id="265" name="Google Shape;265;p35"/>
          <p:cNvPicPr preferRelativeResize="0"/>
          <p:nvPr/>
        </p:nvPicPr>
        <p:blipFill rotWithShape="1">
          <a:blip r:embed="rId5">
            <a:alphaModFix/>
          </a:blip>
          <a:srcRect b="0" l="0" r="82071" t="0"/>
          <a:stretch/>
        </p:blipFill>
        <p:spPr>
          <a:xfrm>
            <a:off x="415975" y="1847363"/>
            <a:ext cx="1119775" cy="1400875"/>
          </a:xfrm>
          <a:prstGeom prst="rect">
            <a:avLst/>
          </a:prstGeom>
          <a:noFill/>
          <a:ln>
            <a:noFill/>
          </a:ln>
          <a:effectLst>
            <a:outerShdw blurRad="71438" rotWithShape="0" algn="bl" dir="5400000" dist="38100">
              <a:srgbClr val="000000">
                <a:alpha val="47450"/>
              </a:srgbClr>
            </a:outerShdw>
          </a:effectLst>
        </p:spPr>
      </p:pic>
      <p:sp>
        <p:nvSpPr>
          <p:cNvPr id="266" name="Google Shape;266;p35"/>
          <p:cNvSpPr txBox="1"/>
          <p:nvPr/>
        </p:nvSpPr>
        <p:spPr>
          <a:xfrm>
            <a:off x="1727025" y="2016575"/>
            <a:ext cx="3150900" cy="1139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100">
                <a:solidFill>
                  <a:schemeClr val="lt1"/>
                </a:solidFill>
                <a:latin typeface="Raleway Light"/>
                <a:ea typeface="Raleway Light"/>
                <a:cs typeface="Raleway Light"/>
                <a:sym typeface="Raleway Light"/>
              </a:rPr>
              <a:t>Nossa</a:t>
            </a:r>
            <a:br>
              <a:rPr lang="pt-BR" sz="3100">
                <a:solidFill>
                  <a:schemeClr val="lt1"/>
                </a:solidFill>
                <a:latin typeface="Raleway Black"/>
                <a:ea typeface="Raleway Black"/>
                <a:cs typeface="Raleway Black"/>
                <a:sym typeface="Raleway Black"/>
              </a:rPr>
            </a:br>
            <a:r>
              <a:rPr lang="pt-BR" sz="3100">
                <a:solidFill>
                  <a:schemeClr val="lt1"/>
                </a:solidFill>
                <a:latin typeface="Raleway Black"/>
                <a:ea typeface="Raleway Black"/>
                <a:cs typeface="Raleway Black"/>
                <a:sym typeface="Raleway Black"/>
              </a:rPr>
              <a:t>Missão</a:t>
            </a:r>
            <a:endParaRPr sz="3100">
              <a:solidFill>
                <a:schemeClr val="lt1"/>
              </a:solidFill>
              <a:latin typeface="Raleway Black"/>
              <a:ea typeface="Raleway Black"/>
              <a:cs typeface="Raleway Black"/>
              <a:sym typeface="Raleway Black"/>
            </a:endParaRPr>
          </a:p>
        </p:txBody>
      </p:sp>
      <p:sp>
        <p:nvSpPr>
          <p:cNvPr id="267" name="Google Shape;267;p35"/>
          <p:cNvSpPr txBox="1"/>
          <p:nvPr/>
        </p:nvSpPr>
        <p:spPr>
          <a:xfrm>
            <a:off x="4877925" y="1483750"/>
            <a:ext cx="4064400" cy="2327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pt-BR" sz="1500">
                <a:solidFill>
                  <a:srgbClr val="666666"/>
                </a:solidFill>
                <a:latin typeface="Raleway"/>
                <a:ea typeface="Raleway"/>
                <a:cs typeface="Raleway"/>
                <a:sym typeface="Raleway"/>
              </a:rPr>
              <a:t>Trazer </a:t>
            </a:r>
            <a:r>
              <a:rPr b="1" lang="pt-BR" sz="1600">
                <a:solidFill>
                  <a:srgbClr val="F46901"/>
                </a:solidFill>
                <a:latin typeface="Raleway"/>
                <a:ea typeface="Raleway"/>
                <a:cs typeface="Raleway"/>
                <a:sym typeface="Raleway"/>
              </a:rPr>
              <a:t>transparência ao processo e fortalecer a conexão entre varejo, indústria e agência de promotores,</a:t>
            </a:r>
            <a:r>
              <a:rPr lang="pt-BR" sz="1500">
                <a:solidFill>
                  <a:srgbClr val="666666"/>
                </a:solidFill>
                <a:latin typeface="Raleway"/>
                <a:ea typeface="Raleway"/>
                <a:cs typeface="Raleway"/>
                <a:sym typeface="Raleway"/>
              </a:rPr>
              <a:t> no abastecimento de lojas, por meio da captura, análise de dados e direcionamento operacional, contribuindo para a redução de perdas, rupturas e má alocação de mão-de-obra.</a:t>
            </a:r>
            <a:endParaRPr sz="1500">
              <a:solidFill>
                <a:srgbClr val="666666"/>
              </a:solidFill>
              <a:latin typeface="Raleway"/>
              <a:ea typeface="Raleway"/>
              <a:cs typeface="Raleway"/>
              <a:sym typeface="Raleway"/>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73" name="Google Shape;273;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274" name="Google Shape;274;p36"/>
          <p:cNvSpPr/>
          <p:nvPr/>
        </p:nvSpPr>
        <p:spPr>
          <a:xfrm>
            <a:off x="1950" y="0"/>
            <a:ext cx="9140100" cy="5143500"/>
          </a:xfrm>
          <a:prstGeom prst="roundRect">
            <a:avLst>
              <a:gd fmla="val -17778" name="adj"/>
            </a:avLst>
          </a:prstGeom>
          <a:solidFill>
            <a:schemeClr val="dk1"/>
          </a:solidFill>
          <a:ln>
            <a:noFill/>
          </a:ln>
        </p:spPr>
        <p:txBody>
          <a:bodyPr anchorCtr="0" anchor="ctr" bIns="607200" lIns="507775" spcFirstLastPara="1" rIns="507775" wrap="square" tIns="607200">
            <a:noAutofit/>
          </a:bodyPr>
          <a:lstStyle/>
          <a:p>
            <a:pPr indent="0" lvl="0" marL="0" marR="0" rtl="0" algn="ctr">
              <a:lnSpc>
                <a:spcPct val="160000"/>
              </a:lnSpc>
              <a:spcBef>
                <a:spcPts val="0"/>
              </a:spcBef>
              <a:spcAft>
                <a:spcPts val="0"/>
              </a:spcAft>
              <a:buNone/>
            </a:pPr>
            <a:r>
              <a:t/>
            </a:r>
            <a:endParaRPr b="0" i="0" sz="900" u="none" cap="none" strike="noStrike">
              <a:solidFill>
                <a:srgbClr val="000000"/>
              </a:solidFill>
              <a:latin typeface="Calibri"/>
              <a:ea typeface="Calibri"/>
              <a:cs typeface="Calibri"/>
              <a:sym typeface="Calibri"/>
            </a:endParaRPr>
          </a:p>
        </p:txBody>
      </p:sp>
      <p:sp>
        <p:nvSpPr>
          <p:cNvPr id="275" name="Google Shape;275;p36"/>
          <p:cNvSpPr/>
          <p:nvPr/>
        </p:nvSpPr>
        <p:spPr>
          <a:xfrm>
            <a:off x="600975" y="1498502"/>
            <a:ext cx="3621300" cy="1807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lang="pt-BR" sz="5800">
                <a:solidFill>
                  <a:srgbClr val="F7F9FA"/>
                </a:solidFill>
                <a:latin typeface="Raleway Black"/>
                <a:ea typeface="Raleway Black"/>
                <a:cs typeface="Raleway Black"/>
                <a:sym typeface="Raleway Black"/>
              </a:rPr>
              <a:t>Nossas Soluções</a:t>
            </a:r>
            <a:endParaRPr i="0" sz="3550" u="none" cap="none" strike="noStrike">
              <a:solidFill>
                <a:srgbClr val="000000"/>
              </a:solidFill>
              <a:latin typeface="Raleway Black"/>
              <a:ea typeface="Raleway Black"/>
              <a:cs typeface="Raleway Black"/>
              <a:sym typeface="Raleway Black"/>
            </a:endParaRPr>
          </a:p>
        </p:txBody>
      </p:sp>
      <p:sp>
        <p:nvSpPr>
          <p:cNvPr id="276" name="Google Shape;276;p36"/>
          <p:cNvSpPr/>
          <p:nvPr/>
        </p:nvSpPr>
        <p:spPr>
          <a:xfrm>
            <a:off x="648000" y="3351375"/>
            <a:ext cx="3574200" cy="62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7" name="Google Shape;277;p36"/>
          <p:cNvPicPr preferRelativeResize="0"/>
          <p:nvPr/>
        </p:nvPicPr>
        <p:blipFill>
          <a:blip r:embed="rId3">
            <a:alphaModFix/>
          </a:blip>
          <a:stretch>
            <a:fillRect/>
          </a:stretch>
        </p:blipFill>
        <p:spPr>
          <a:xfrm>
            <a:off x="-283502" y="-58275"/>
            <a:ext cx="729000" cy="729025"/>
          </a:xfrm>
          <a:prstGeom prst="rect">
            <a:avLst/>
          </a:prstGeom>
          <a:noFill/>
          <a:ln>
            <a:noFill/>
          </a:ln>
        </p:spPr>
      </p:pic>
      <p:pic>
        <p:nvPicPr>
          <p:cNvPr id="278" name="Google Shape;278;p36"/>
          <p:cNvPicPr preferRelativeResize="0"/>
          <p:nvPr/>
        </p:nvPicPr>
        <p:blipFill>
          <a:blip r:embed="rId4">
            <a:alphaModFix amt="35000"/>
          </a:blip>
          <a:stretch>
            <a:fillRect/>
          </a:stretch>
        </p:blipFill>
        <p:spPr>
          <a:xfrm>
            <a:off x="5459025" y="563625"/>
            <a:ext cx="4016249" cy="401624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7"/>
          <p:cNvSpPr/>
          <p:nvPr/>
        </p:nvSpPr>
        <p:spPr>
          <a:xfrm>
            <a:off x="-40500" y="-30375"/>
            <a:ext cx="3071400" cy="5173800"/>
          </a:xfrm>
          <a:prstGeom prst="rect">
            <a:avLst/>
          </a:prstGeom>
          <a:solidFill>
            <a:srgbClr val="6F05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37"/>
          <p:cNvSpPr/>
          <p:nvPr/>
        </p:nvSpPr>
        <p:spPr>
          <a:xfrm>
            <a:off x="6059045" y="-30375"/>
            <a:ext cx="3071400" cy="5173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5" name="Google Shape;285;p37"/>
          <p:cNvPicPr preferRelativeResize="0"/>
          <p:nvPr/>
        </p:nvPicPr>
        <p:blipFill rotWithShape="1">
          <a:blip r:embed="rId3">
            <a:alphaModFix/>
          </a:blip>
          <a:srcRect b="0" l="31909" r="33183" t="0"/>
          <a:stretch/>
        </p:blipFill>
        <p:spPr>
          <a:xfrm rot="238015">
            <a:off x="6323490" y="497471"/>
            <a:ext cx="2495297" cy="5898831"/>
          </a:xfrm>
          <a:prstGeom prst="rect">
            <a:avLst/>
          </a:prstGeom>
          <a:noFill/>
          <a:ln>
            <a:noFill/>
          </a:ln>
        </p:spPr>
      </p:pic>
      <p:pic>
        <p:nvPicPr>
          <p:cNvPr id="286" name="Google Shape;286;p37"/>
          <p:cNvPicPr preferRelativeResize="0"/>
          <p:nvPr/>
        </p:nvPicPr>
        <p:blipFill rotWithShape="1">
          <a:blip r:embed="rId4">
            <a:alphaModFix/>
          </a:blip>
          <a:srcRect b="890" l="18750" r="10469" t="-890"/>
          <a:stretch/>
        </p:blipFill>
        <p:spPr>
          <a:xfrm>
            <a:off x="-727175" y="213375"/>
            <a:ext cx="5299174" cy="5143500"/>
          </a:xfrm>
          <a:prstGeom prst="rect">
            <a:avLst/>
          </a:prstGeom>
          <a:noFill/>
          <a:ln>
            <a:noFill/>
          </a:ln>
        </p:spPr>
      </p:pic>
      <p:sp>
        <p:nvSpPr>
          <p:cNvPr id="287" name="Google Shape;287;p37"/>
          <p:cNvSpPr/>
          <p:nvPr/>
        </p:nvSpPr>
        <p:spPr>
          <a:xfrm>
            <a:off x="3011050" y="-30375"/>
            <a:ext cx="3105600" cy="5173800"/>
          </a:xfrm>
          <a:prstGeom prst="rect">
            <a:avLst/>
          </a:prstGeom>
          <a:gradFill>
            <a:gsLst>
              <a:gs pos="0">
                <a:srgbClr val="EC6C38"/>
              </a:gs>
              <a:gs pos="100000">
                <a:srgbClr val="6F05D4"/>
              </a:gs>
            </a:gsLst>
            <a:lin ang="689955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8" name="Google Shape;288;p37"/>
          <p:cNvPicPr preferRelativeResize="0"/>
          <p:nvPr/>
        </p:nvPicPr>
        <p:blipFill rotWithShape="1">
          <a:blip r:embed="rId5">
            <a:alphaModFix/>
          </a:blip>
          <a:srcRect b="1548" l="24600" r="47689" t="11984"/>
          <a:stretch/>
        </p:blipFill>
        <p:spPr>
          <a:xfrm>
            <a:off x="3013950" y="426825"/>
            <a:ext cx="3105597" cy="6232400"/>
          </a:xfrm>
          <a:prstGeom prst="rect">
            <a:avLst/>
          </a:prstGeom>
          <a:noFill/>
          <a:ln>
            <a:noFill/>
          </a:ln>
        </p:spPr>
      </p:pic>
      <p:sp>
        <p:nvSpPr>
          <p:cNvPr id="289" name="Google Shape;289;p37"/>
          <p:cNvSpPr txBox="1"/>
          <p:nvPr/>
        </p:nvSpPr>
        <p:spPr>
          <a:xfrm>
            <a:off x="72150" y="257400"/>
            <a:ext cx="2553300" cy="369300"/>
          </a:xfrm>
          <a:prstGeom prst="rect">
            <a:avLst/>
          </a:prstGeom>
          <a:noFill/>
          <a:ln>
            <a:noFill/>
          </a:ln>
        </p:spPr>
        <p:txBody>
          <a:bodyPr anchorCtr="0" anchor="t" bIns="91425" lIns="91425" spcFirstLastPara="1" rIns="91425" wrap="square" tIns="91425">
            <a:spAutoFit/>
          </a:bodyPr>
          <a:lstStyle/>
          <a:p>
            <a:pPr indent="-304800" lvl="0" marL="457200" rtl="0" algn="ctr">
              <a:spcBef>
                <a:spcPts val="0"/>
              </a:spcBef>
              <a:spcAft>
                <a:spcPts val="0"/>
              </a:spcAft>
              <a:buClr>
                <a:schemeClr val="lt1"/>
              </a:buClr>
              <a:buSzPts val="1200"/>
              <a:buFont typeface="Raleway"/>
              <a:buChar char="+"/>
            </a:pPr>
            <a:r>
              <a:rPr b="1" lang="pt-BR" sz="1200">
                <a:solidFill>
                  <a:schemeClr val="lt1"/>
                </a:solidFill>
                <a:latin typeface="Raleway"/>
                <a:ea typeface="Raleway"/>
                <a:cs typeface="Raleway"/>
                <a:sym typeface="Raleway"/>
              </a:rPr>
              <a:t>promotores em loja</a:t>
            </a:r>
            <a:endParaRPr b="1" sz="1200">
              <a:solidFill>
                <a:schemeClr val="lt1"/>
              </a:solidFill>
              <a:latin typeface="Raleway"/>
              <a:ea typeface="Raleway"/>
              <a:cs typeface="Raleway"/>
              <a:sym typeface="Raleway"/>
            </a:endParaRPr>
          </a:p>
        </p:txBody>
      </p:sp>
      <p:sp>
        <p:nvSpPr>
          <p:cNvPr id="290" name="Google Shape;290;p37"/>
          <p:cNvSpPr txBox="1"/>
          <p:nvPr/>
        </p:nvSpPr>
        <p:spPr>
          <a:xfrm>
            <a:off x="-1032750" y="1032750"/>
            <a:ext cx="5832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91" name="Google Shape;291;p37"/>
          <p:cNvSpPr txBox="1"/>
          <p:nvPr/>
        </p:nvSpPr>
        <p:spPr>
          <a:xfrm>
            <a:off x="6318100" y="257400"/>
            <a:ext cx="2553300" cy="354000"/>
          </a:xfrm>
          <a:prstGeom prst="rect">
            <a:avLst/>
          </a:prstGeom>
          <a:noFill/>
          <a:ln>
            <a:noFill/>
          </a:ln>
        </p:spPr>
        <p:txBody>
          <a:bodyPr anchorCtr="0" anchor="ctr" bIns="91425" lIns="91425" spcFirstLastPara="1" rIns="91425" wrap="square" tIns="91425">
            <a:noAutofit/>
          </a:bodyPr>
          <a:lstStyle/>
          <a:p>
            <a:pPr indent="-304800" lvl="0" marL="457200" rtl="0" algn="ctr">
              <a:spcBef>
                <a:spcPts val="0"/>
              </a:spcBef>
              <a:spcAft>
                <a:spcPts val="0"/>
              </a:spcAft>
              <a:buClr>
                <a:schemeClr val="lt1"/>
              </a:buClr>
              <a:buSzPts val="1200"/>
              <a:buFont typeface="Raleway"/>
              <a:buChar char="+"/>
            </a:pPr>
            <a:r>
              <a:rPr b="1" lang="pt-BR" sz="1200">
                <a:solidFill>
                  <a:schemeClr val="lt1"/>
                </a:solidFill>
                <a:latin typeface="Raleway"/>
                <a:ea typeface="Raleway"/>
                <a:cs typeface="Raleway"/>
                <a:sym typeface="Raleway"/>
              </a:rPr>
              <a:t>produtividade</a:t>
            </a:r>
            <a:endParaRPr b="1" sz="1200">
              <a:solidFill>
                <a:schemeClr val="lt1"/>
              </a:solidFill>
              <a:latin typeface="Raleway"/>
              <a:ea typeface="Raleway"/>
              <a:cs typeface="Raleway"/>
              <a:sym typeface="Raleway"/>
            </a:endParaRPr>
          </a:p>
        </p:txBody>
      </p:sp>
      <p:sp>
        <p:nvSpPr>
          <p:cNvPr id="292" name="Google Shape;292;p37"/>
          <p:cNvSpPr txBox="1"/>
          <p:nvPr/>
        </p:nvSpPr>
        <p:spPr>
          <a:xfrm>
            <a:off x="3258400" y="257400"/>
            <a:ext cx="2553300" cy="369300"/>
          </a:xfrm>
          <a:prstGeom prst="rect">
            <a:avLst/>
          </a:prstGeom>
          <a:noFill/>
          <a:ln>
            <a:noFill/>
          </a:ln>
        </p:spPr>
        <p:txBody>
          <a:bodyPr anchorCtr="0" anchor="t" bIns="91425" lIns="91425" spcFirstLastPara="1" rIns="91425" wrap="square" tIns="91425">
            <a:spAutoFit/>
          </a:bodyPr>
          <a:lstStyle/>
          <a:p>
            <a:pPr indent="-304800" lvl="0" marL="457200" rtl="0" algn="ctr">
              <a:spcBef>
                <a:spcPts val="0"/>
              </a:spcBef>
              <a:spcAft>
                <a:spcPts val="0"/>
              </a:spcAft>
              <a:buClr>
                <a:schemeClr val="lt1"/>
              </a:buClr>
              <a:buSzPts val="1200"/>
              <a:buFont typeface="Raleway"/>
              <a:buChar char="+"/>
            </a:pPr>
            <a:r>
              <a:rPr b="1" lang="pt-BR" sz="1200">
                <a:solidFill>
                  <a:schemeClr val="lt1"/>
                </a:solidFill>
                <a:latin typeface="Raleway"/>
                <a:ea typeface="Raleway"/>
                <a:cs typeface="Raleway"/>
                <a:sym typeface="Raleway"/>
              </a:rPr>
              <a:t>promotores em loja</a:t>
            </a:r>
            <a:endParaRPr b="1" sz="1200">
              <a:solidFill>
                <a:schemeClr val="lt1"/>
              </a:solidFill>
              <a:latin typeface="Raleway"/>
              <a:ea typeface="Raleway"/>
              <a:cs typeface="Raleway"/>
              <a:sym typeface="Raleway"/>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8"/>
          <p:cNvSpPr/>
          <p:nvPr/>
        </p:nvSpPr>
        <p:spPr>
          <a:xfrm>
            <a:off x="-1151" y="3294"/>
            <a:ext cx="9145500" cy="5139000"/>
          </a:xfrm>
          <a:prstGeom prst="rect">
            <a:avLst/>
          </a:prstGeom>
          <a:solidFill>
            <a:srgbClr val="6F0FB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sp>
        <p:nvSpPr>
          <p:cNvPr id="298" name="Google Shape;298;p38"/>
          <p:cNvSpPr txBox="1"/>
          <p:nvPr/>
        </p:nvSpPr>
        <p:spPr>
          <a:xfrm>
            <a:off x="321861" y="1370894"/>
            <a:ext cx="4892400" cy="2031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1" i="0" lang="pt-BR" sz="2400" u="none" cap="none" strike="noStrike">
                <a:solidFill>
                  <a:schemeClr val="lt1"/>
                </a:solidFill>
                <a:latin typeface="Raleway"/>
                <a:ea typeface="Raleway"/>
                <a:cs typeface="Raleway"/>
                <a:sym typeface="Raleway"/>
              </a:rPr>
              <a:t>Solução que revoluciona o registro e gerenciamento de visitantes, promotores e prestadores de serviços nas redes varejistas.</a:t>
            </a:r>
            <a:endParaRPr b="1" i="0" sz="4000" u="none" cap="none" strike="noStrike">
              <a:solidFill>
                <a:schemeClr val="lt1"/>
              </a:solidFill>
              <a:latin typeface="Raleway"/>
              <a:ea typeface="Raleway"/>
              <a:cs typeface="Raleway"/>
              <a:sym typeface="Raleway"/>
            </a:endParaRPr>
          </a:p>
        </p:txBody>
      </p:sp>
      <p:sp>
        <p:nvSpPr>
          <p:cNvPr id="299" name="Google Shape;299;p38"/>
          <p:cNvSpPr txBox="1"/>
          <p:nvPr/>
        </p:nvSpPr>
        <p:spPr>
          <a:xfrm>
            <a:off x="321861" y="3305536"/>
            <a:ext cx="4591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i="0" lang="pt-BR" sz="1200" u="none" cap="none" strike="noStrike">
                <a:solidFill>
                  <a:schemeClr val="lt1"/>
                </a:solidFill>
                <a:latin typeface="Raleway"/>
                <a:ea typeface="Raleway"/>
                <a:cs typeface="Raleway"/>
                <a:sym typeface="Raleway"/>
              </a:rPr>
              <a:t>Com uma plataforma integrada e eficiente, oferecemos insights valiosos para a tomada de decisões estratégicas, impulsionando sua produtividade e levando seu negócio ao próximo nível!</a:t>
            </a:r>
            <a:endParaRPr i="0" sz="1400" u="none" cap="none" strike="noStrike">
              <a:solidFill>
                <a:schemeClr val="lt1"/>
              </a:solidFill>
              <a:latin typeface="Raleway"/>
              <a:ea typeface="Raleway"/>
              <a:cs typeface="Raleway"/>
              <a:sym typeface="Raleway"/>
            </a:endParaRPr>
          </a:p>
        </p:txBody>
      </p:sp>
      <p:pic>
        <p:nvPicPr>
          <p:cNvPr descr="Logotipo&#10;&#10;Descrição gerada automaticamente" id="300" name="Google Shape;300;p38"/>
          <p:cNvPicPr preferRelativeResize="0"/>
          <p:nvPr/>
        </p:nvPicPr>
        <p:blipFill rotWithShape="1">
          <a:blip r:embed="rId3">
            <a:alphaModFix/>
          </a:blip>
          <a:srcRect b="0" l="0" r="0" t="0"/>
          <a:stretch/>
        </p:blipFill>
        <p:spPr>
          <a:xfrm>
            <a:off x="412649" y="927227"/>
            <a:ext cx="2115029" cy="353077"/>
          </a:xfrm>
          <a:prstGeom prst="rect">
            <a:avLst/>
          </a:prstGeom>
          <a:noFill/>
          <a:ln>
            <a:noFill/>
          </a:ln>
        </p:spPr>
      </p:pic>
      <p:pic>
        <p:nvPicPr>
          <p:cNvPr id="301" name="Google Shape;301;p38"/>
          <p:cNvPicPr preferRelativeResize="0"/>
          <p:nvPr/>
        </p:nvPicPr>
        <p:blipFill rotWithShape="1">
          <a:blip r:embed="rId4">
            <a:alphaModFix/>
          </a:blip>
          <a:srcRect b="0" l="0" r="0" t="0"/>
          <a:stretch/>
        </p:blipFill>
        <p:spPr>
          <a:xfrm>
            <a:off x="5214250" y="762839"/>
            <a:ext cx="3628051" cy="361992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pic>
        <p:nvPicPr>
          <p:cNvPr id="306" name="Google Shape;306;p39"/>
          <p:cNvPicPr preferRelativeResize="0"/>
          <p:nvPr/>
        </p:nvPicPr>
        <p:blipFill rotWithShape="1">
          <a:blip r:embed="rId3">
            <a:alphaModFix/>
          </a:blip>
          <a:srcRect b="0" l="0" r="0" t="0"/>
          <a:stretch/>
        </p:blipFill>
        <p:spPr>
          <a:xfrm>
            <a:off x="396400" y="366825"/>
            <a:ext cx="2612301" cy="849600"/>
          </a:xfrm>
          <a:prstGeom prst="rect">
            <a:avLst/>
          </a:prstGeom>
          <a:noFill/>
          <a:ln>
            <a:noFill/>
          </a:ln>
        </p:spPr>
      </p:pic>
      <p:sp>
        <p:nvSpPr>
          <p:cNvPr id="307" name="Google Shape;307;p39"/>
          <p:cNvSpPr txBox="1"/>
          <p:nvPr/>
        </p:nvSpPr>
        <p:spPr>
          <a:xfrm>
            <a:off x="396400" y="1739488"/>
            <a:ext cx="4761600" cy="2232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i="0" lang="pt-BR" sz="1500" u="none" cap="none" strike="noStrike">
                <a:solidFill>
                  <a:schemeClr val="dk2"/>
                </a:solidFill>
                <a:latin typeface="Raleway SemiBold"/>
                <a:ea typeface="Raleway SemiBold"/>
                <a:cs typeface="Raleway SemiBold"/>
                <a:sym typeface="Raleway SemiBold"/>
              </a:rPr>
              <a:t>Conectando varejo e fornecedores, garantimos o direcionamento operacional da equipe de reposição (Promotores e Repositores), tornando o abastecimento de lojas mais eficiente. </a:t>
            </a:r>
            <a:br>
              <a:rPr i="0" lang="pt-BR" sz="1500" u="none" cap="none" strike="noStrike">
                <a:solidFill>
                  <a:schemeClr val="dk2"/>
                </a:solidFill>
                <a:latin typeface="Raleway SemiBold"/>
                <a:ea typeface="Raleway SemiBold"/>
                <a:cs typeface="Raleway SemiBold"/>
                <a:sym typeface="Raleway SemiBold"/>
              </a:rPr>
            </a:br>
            <a:r>
              <a:rPr i="0" lang="pt-BR" sz="1500" u="none" cap="none" strike="noStrike">
                <a:solidFill>
                  <a:schemeClr val="dk2"/>
                </a:solidFill>
                <a:latin typeface="Raleway SemiBold"/>
                <a:ea typeface="Raleway SemiBold"/>
                <a:cs typeface="Raleway SemiBold"/>
                <a:sym typeface="Raleway SemiBold"/>
              </a:rPr>
              <a:t>Com a captura e análise de dados, direcionamos de forma precisa a força de abastecimento, evitando ociosidade de mão de obra e rupturas operacionais. </a:t>
            </a:r>
            <a:endParaRPr i="0" sz="1500" u="none" cap="none" strike="noStrike">
              <a:solidFill>
                <a:schemeClr val="dk2"/>
              </a:solidFill>
              <a:latin typeface="Raleway SemiBold"/>
              <a:ea typeface="Raleway SemiBold"/>
              <a:cs typeface="Raleway SemiBold"/>
              <a:sym typeface="Raleway SemiBold"/>
            </a:endParaRPr>
          </a:p>
          <a:p>
            <a:pPr indent="0" lvl="0" marL="0" marR="0" rtl="0" algn="l">
              <a:lnSpc>
                <a:spcPct val="100000"/>
              </a:lnSpc>
              <a:spcBef>
                <a:spcPts val="0"/>
              </a:spcBef>
              <a:spcAft>
                <a:spcPts val="0"/>
              </a:spcAft>
              <a:buClr>
                <a:srgbClr val="000000"/>
              </a:buClr>
              <a:buSzPts val="1300"/>
              <a:buFont typeface="Arial"/>
              <a:buNone/>
            </a:pPr>
            <a:r>
              <a:t/>
            </a:r>
            <a:endParaRPr b="1" i="0" sz="1300" u="none" cap="none" strike="noStrike">
              <a:solidFill>
                <a:schemeClr val="dk1"/>
              </a:solidFill>
              <a:latin typeface="Raleway"/>
              <a:ea typeface="Raleway"/>
              <a:cs typeface="Raleway"/>
              <a:sym typeface="Raleway"/>
            </a:endParaRPr>
          </a:p>
        </p:txBody>
      </p:sp>
      <p:pic>
        <p:nvPicPr>
          <p:cNvPr id="308" name="Google Shape;308;p39"/>
          <p:cNvPicPr preferRelativeResize="0"/>
          <p:nvPr/>
        </p:nvPicPr>
        <p:blipFill>
          <a:blip r:embed="rId4">
            <a:alphaModFix/>
          </a:blip>
          <a:stretch>
            <a:fillRect/>
          </a:stretch>
        </p:blipFill>
        <p:spPr>
          <a:xfrm>
            <a:off x="5081750" y="810550"/>
            <a:ext cx="3839724" cy="374322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0"/>
          <p:cNvSpPr/>
          <p:nvPr/>
        </p:nvSpPr>
        <p:spPr>
          <a:xfrm>
            <a:off x="3828" y="-3777"/>
            <a:ext cx="5484600" cy="5147100"/>
          </a:xfrm>
          <a:prstGeom prst="rect">
            <a:avLst/>
          </a:prstGeom>
          <a:solidFill>
            <a:srgbClr val="4285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pic>
        <p:nvPicPr>
          <p:cNvPr id="314" name="Google Shape;314;p40"/>
          <p:cNvPicPr preferRelativeResize="0"/>
          <p:nvPr/>
        </p:nvPicPr>
        <p:blipFill rotWithShape="1">
          <a:blip r:embed="rId3">
            <a:alphaModFix/>
          </a:blip>
          <a:srcRect b="0" l="10736" r="10381" t="0"/>
          <a:stretch/>
        </p:blipFill>
        <p:spPr>
          <a:xfrm>
            <a:off x="902491" y="2033744"/>
            <a:ext cx="3880365" cy="1020492"/>
          </a:xfrm>
          <a:prstGeom prst="rect">
            <a:avLst/>
          </a:prstGeom>
          <a:noFill/>
          <a:ln>
            <a:noFill/>
          </a:ln>
        </p:spPr>
      </p:pic>
      <p:pic>
        <p:nvPicPr>
          <p:cNvPr descr="Texto, chat ou mensagem de texto&#10;&#10;Descrição gerada automaticamente" id="315" name="Google Shape;315;p40"/>
          <p:cNvPicPr preferRelativeResize="0"/>
          <p:nvPr/>
        </p:nvPicPr>
        <p:blipFill rotWithShape="1">
          <a:blip r:embed="rId4">
            <a:alphaModFix/>
          </a:blip>
          <a:srcRect b="0" l="0" r="0" t="0"/>
          <a:stretch/>
        </p:blipFill>
        <p:spPr>
          <a:xfrm>
            <a:off x="5469837" y="485251"/>
            <a:ext cx="3248437" cy="411502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1"/>
          <p:cNvSpPr/>
          <p:nvPr/>
        </p:nvSpPr>
        <p:spPr>
          <a:xfrm>
            <a:off x="-45868" y="-3777"/>
            <a:ext cx="9228300" cy="5238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pic>
        <p:nvPicPr>
          <p:cNvPr id="321" name="Google Shape;321;p41"/>
          <p:cNvPicPr preferRelativeResize="0"/>
          <p:nvPr/>
        </p:nvPicPr>
        <p:blipFill rotWithShape="1">
          <a:blip r:embed="rId3">
            <a:alphaModFix/>
          </a:blip>
          <a:srcRect b="0" l="0" r="0" t="0"/>
          <a:stretch/>
        </p:blipFill>
        <p:spPr>
          <a:xfrm>
            <a:off x="-45875" y="-3775"/>
            <a:ext cx="9228300" cy="5188429"/>
          </a:xfrm>
          <a:prstGeom prst="rect">
            <a:avLst/>
          </a:prstGeom>
          <a:noFill/>
          <a:ln>
            <a:noFill/>
          </a:ln>
        </p:spPr>
      </p:pic>
      <p:sp>
        <p:nvSpPr>
          <p:cNvPr id="322" name="Google Shape;322;p41"/>
          <p:cNvSpPr txBox="1"/>
          <p:nvPr/>
        </p:nvSpPr>
        <p:spPr>
          <a:xfrm>
            <a:off x="1249950" y="1251450"/>
            <a:ext cx="6895500" cy="23949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700"/>
              <a:buFont typeface="Arial"/>
              <a:buNone/>
            </a:pPr>
            <a:r>
              <a:rPr i="0" lang="pt-BR" sz="1600" u="none" cap="none" strike="noStrike">
                <a:solidFill>
                  <a:schemeClr val="lt1"/>
                </a:solidFill>
                <a:latin typeface="Raleway Light"/>
                <a:ea typeface="Raleway Light"/>
                <a:cs typeface="Raleway Light"/>
                <a:sym typeface="Raleway Light"/>
              </a:rPr>
              <a:t>Mais que um</a:t>
            </a:r>
            <a:r>
              <a:rPr i="0" lang="pt-BR" sz="1500" u="none" cap="none" strike="noStrike">
                <a:solidFill>
                  <a:schemeClr val="lt1"/>
                </a:solidFill>
                <a:latin typeface="Raleway Light"/>
                <a:ea typeface="Raleway Light"/>
                <a:cs typeface="Raleway Light"/>
                <a:sym typeface="Raleway Light"/>
              </a:rPr>
              <a:t> </a:t>
            </a:r>
            <a:r>
              <a:rPr b="1" i="0" lang="pt-BR" sz="2400" u="none" cap="none" strike="noStrike">
                <a:solidFill>
                  <a:schemeClr val="lt1"/>
                </a:solidFill>
                <a:latin typeface="Raleway"/>
                <a:ea typeface="Raleway"/>
                <a:cs typeface="Raleway"/>
                <a:sym typeface="Raleway"/>
              </a:rPr>
              <a:t>aplicativo operacional</a:t>
            </a:r>
            <a:r>
              <a:rPr i="0" lang="pt-BR" sz="1500" u="none" cap="none" strike="noStrike">
                <a:solidFill>
                  <a:schemeClr val="lt1"/>
                </a:solidFill>
                <a:latin typeface="Raleway Light"/>
                <a:ea typeface="Raleway Light"/>
                <a:cs typeface="Raleway Light"/>
                <a:sym typeface="Raleway Light"/>
              </a:rPr>
              <a:t>, </a:t>
            </a:r>
            <a:endParaRPr i="0" sz="1500" u="none" cap="none" strike="noStrike">
              <a:solidFill>
                <a:schemeClr val="lt1"/>
              </a:solidFill>
              <a:latin typeface="Raleway Light"/>
              <a:ea typeface="Raleway Light"/>
              <a:cs typeface="Raleway Light"/>
              <a:sym typeface="Raleway Light"/>
            </a:endParaRPr>
          </a:p>
          <a:p>
            <a:pPr indent="0" lvl="0" marL="0" marR="0" rtl="0" algn="ctr">
              <a:lnSpc>
                <a:spcPct val="115000"/>
              </a:lnSpc>
              <a:spcBef>
                <a:spcPts val="0"/>
              </a:spcBef>
              <a:spcAft>
                <a:spcPts val="0"/>
              </a:spcAft>
              <a:buClr>
                <a:srgbClr val="000000"/>
              </a:buClr>
              <a:buSzPts val="1700"/>
              <a:buFont typeface="Arial"/>
              <a:buNone/>
            </a:pPr>
            <a:r>
              <a:rPr i="0" lang="pt-BR" sz="1600" u="none" cap="none" strike="noStrike">
                <a:solidFill>
                  <a:schemeClr val="lt1"/>
                </a:solidFill>
                <a:latin typeface="Raleway Light"/>
                <a:ea typeface="Raleway Light"/>
                <a:cs typeface="Raleway Light"/>
                <a:sym typeface="Raleway Light"/>
              </a:rPr>
              <a:t>É uma </a:t>
            </a:r>
            <a:r>
              <a:rPr b="1" i="0" lang="pt-BR" sz="2400" u="none" cap="none" strike="noStrike">
                <a:solidFill>
                  <a:schemeClr val="lt1"/>
                </a:solidFill>
                <a:latin typeface="Raleway"/>
                <a:ea typeface="Raleway"/>
                <a:cs typeface="Raleway"/>
                <a:sym typeface="Raleway"/>
              </a:rPr>
              <a:t>solução completa</a:t>
            </a:r>
            <a:r>
              <a:rPr i="0" lang="pt-BR" sz="2400" u="none" cap="none" strike="noStrike">
                <a:solidFill>
                  <a:schemeClr val="lt1"/>
                </a:solidFill>
                <a:latin typeface="Raleway Light"/>
                <a:ea typeface="Raleway Light"/>
                <a:cs typeface="Raleway Light"/>
                <a:sym typeface="Raleway Light"/>
              </a:rPr>
              <a:t> </a:t>
            </a:r>
            <a:r>
              <a:rPr i="0" lang="pt-BR" sz="1600" u="none" cap="none" strike="noStrike">
                <a:solidFill>
                  <a:schemeClr val="lt1"/>
                </a:solidFill>
                <a:latin typeface="Raleway Light"/>
                <a:ea typeface="Raleway Light"/>
                <a:cs typeface="Raleway Light"/>
                <a:sym typeface="Raleway Light"/>
              </a:rPr>
              <a:t>de </a:t>
            </a:r>
            <a:r>
              <a:rPr b="1" i="0" lang="pt-BR" sz="2400" u="none" cap="none" strike="noStrike">
                <a:solidFill>
                  <a:schemeClr val="lt1"/>
                </a:solidFill>
                <a:latin typeface="Raleway"/>
                <a:ea typeface="Raleway"/>
                <a:cs typeface="Raleway"/>
                <a:sym typeface="Raleway"/>
              </a:rPr>
              <a:t>combate à ruptura</a:t>
            </a:r>
            <a:r>
              <a:rPr i="0" lang="pt-BR" sz="2400" u="none" cap="none" strike="noStrike">
                <a:solidFill>
                  <a:schemeClr val="lt1"/>
                </a:solidFill>
                <a:latin typeface="Raleway Light"/>
                <a:ea typeface="Raleway Light"/>
                <a:cs typeface="Raleway Light"/>
                <a:sym typeface="Raleway Light"/>
              </a:rPr>
              <a:t>,</a:t>
            </a:r>
            <a:r>
              <a:rPr i="0" lang="pt-BR" sz="1600" u="none" cap="none" strike="noStrike">
                <a:solidFill>
                  <a:schemeClr val="lt1"/>
                </a:solidFill>
                <a:latin typeface="Raleway Light"/>
                <a:ea typeface="Raleway Light"/>
                <a:cs typeface="Raleway Light"/>
                <a:sym typeface="Raleway Light"/>
              </a:rPr>
              <a:t> </a:t>
            </a:r>
            <a:endParaRPr i="0" sz="1600" u="none" cap="none" strike="noStrike">
              <a:solidFill>
                <a:schemeClr val="lt1"/>
              </a:solidFill>
              <a:latin typeface="Raleway Light"/>
              <a:ea typeface="Raleway Light"/>
              <a:cs typeface="Raleway Light"/>
              <a:sym typeface="Raleway Light"/>
            </a:endParaRPr>
          </a:p>
          <a:p>
            <a:pPr indent="0" lvl="0" marL="0" marR="0" rtl="0" algn="ctr">
              <a:lnSpc>
                <a:spcPct val="114999"/>
              </a:lnSpc>
              <a:spcBef>
                <a:spcPts val="0"/>
              </a:spcBef>
              <a:spcAft>
                <a:spcPts val="0"/>
              </a:spcAft>
              <a:buClr>
                <a:srgbClr val="000000"/>
              </a:buClr>
              <a:buSzPts val="1700"/>
              <a:buFont typeface="Arial"/>
              <a:buNone/>
            </a:pPr>
            <a:r>
              <a:rPr i="0" lang="pt-BR" sz="1600" u="none" cap="none" strike="noStrike">
                <a:solidFill>
                  <a:schemeClr val="lt1"/>
                </a:solidFill>
                <a:latin typeface="Raleway Light"/>
                <a:ea typeface="Raleway Light"/>
                <a:cs typeface="Raleway Light"/>
                <a:sym typeface="Raleway Light"/>
              </a:rPr>
              <a:t>que, interligada ao MobControl, traz todo o direcionamento </a:t>
            </a:r>
            <a:endParaRPr i="0" sz="1600" u="none" cap="none" strike="noStrike">
              <a:solidFill>
                <a:schemeClr val="lt1"/>
              </a:solidFill>
              <a:latin typeface="Raleway Light"/>
              <a:ea typeface="Raleway Light"/>
              <a:cs typeface="Raleway Light"/>
              <a:sym typeface="Raleway Light"/>
            </a:endParaRPr>
          </a:p>
          <a:p>
            <a:pPr indent="0" lvl="0" marL="0" marR="0" rtl="0" algn="ctr">
              <a:lnSpc>
                <a:spcPct val="115000"/>
              </a:lnSpc>
              <a:spcBef>
                <a:spcPts val="0"/>
              </a:spcBef>
              <a:spcAft>
                <a:spcPts val="0"/>
              </a:spcAft>
              <a:buClr>
                <a:srgbClr val="000000"/>
              </a:buClr>
              <a:buSzPts val="1700"/>
              <a:buFont typeface="Arial"/>
              <a:buNone/>
            </a:pPr>
            <a:r>
              <a:rPr i="0" lang="pt-BR" sz="1600" u="none" cap="none" strike="noStrike">
                <a:solidFill>
                  <a:schemeClr val="lt1"/>
                </a:solidFill>
                <a:latin typeface="Raleway Light"/>
                <a:ea typeface="Raleway Light"/>
                <a:cs typeface="Raleway Light"/>
                <a:sym typeface="Raleway Light"/>
              </a:rPr>
              <a:t>de </a:t>
            </a:r>
            <a:r>
              <a:rPr b="1" i="0" lang="pt-BR" sz="2400" u="none" cap="none" strike="noStrike">
                <a:solidFill>
                  <a:schemeClr val="lt1"/>
                </a:solidFill>
                <a:latin typeface="Raleway"/>
                <a:ea typeface="Raleway"/>
                <a:cs typeface="Raleway"/>
                <a:sym typeface="Raleway"/>
              </a:rPr>
              <a:t>atividades de reposição</a:t>
            </a:r>
            <a:r>
              <a:rPr i="0" lang="pt-BR" sz="1600" u="none" cap="none" strike="noStrike">
                <a:solidFill>
                  <a:schemeClr val="lt1"/>
                </a:solidFill>
                <a:latin typeface="Raleway Light"/>
                <a:ea typeface="Raleway Light"/>
                <a:cs typeface="Raleway Light"/>
                <a:sym typeface="Raleway Light"/>
              </a:rPr>
              <a:t> e o fluxo de trabalho dos promotores nas lojas, de acordo com as informações de</a:t>
            </a:r>
            <a:endParaRPr i="0" u="none" cap="none" strike="noStrike">
              <a:solidFill>
                <a:schemeClr val="lt1"/>
              </a:solidFill>
              <a:latin typeface="Raleway Light"/>
              <a:ea typeface="Raleway Light"/>
              <a:cs typeface="Raleway Light"/>
              <a:sym typeface="Raleway Light"/>
            </a:endParaRPr>
          </a:p>
          <a:p>
            <a:pPr indent="0" lvl="0" marL="0" marR="0" rtl="0" algn="ctr">
              <a:lnSpc>
                <a:spcPct val="114999"/>
              </a:lnSpc>
              <a:spcBef>
                <a:spcPts val="0"/>
              </a:spcBef>
              <a:spcAft>
                <a:spcPts val="0"/>
              </a:spcAft>
              <a:buClr>
                <a:srgbClr val="000000"/>
              </a:buClr>
              <a:buSzPts val="2500"/>
              <a:buFont typeface="Arial"/>
              <a:buNone/>
            </a:pPr>
            <a:r>
              <a:rPr b="1" i="0" lang="pt-BR" sz="2400" u="none" cap="none" strike="noStrike">
                <a:solidFill>
                  <a:schemeClr val="lt1"/>
                </a:solidFill>
                <a:latin typeface="Raleway"/>
                <a:ea typeface="Raleway"/>
                <a:cs typeface="Raleway"/>
                <a:sym typeface="Raleway"/>
              </a:rPr>
              <a:t>SELL OUT</a:t>
            </a:r>
            <a:r>
              <a:rPr i="0" lang="pt-BR" sz="1600" u="none" cap="none" strike="noStrike">
                <a:solidFill>
                  <a:schemeClr val="lt1"/>
                </a:solidFill>
                <a:latin typeface="Raleway Light"/>
                <a:ea typeface="Raleway Light"/>
                <a:cs typeface="Raleway Light"/>
                <a:sym typeface="Raleway Light"/>
              </a:rPr>
              <a:t> da rede varejista. </a:t>
            </a:r>
            <a:endParaRPr i="0" u="none" cap="none" strike="noStrike">
              <a:solidFill>
                <a:schemeClr val="lt1"/>
              </a:solidFill>
              <a:latin typeface="Raleway Light"/>
              <a:ea typeface="Raleway Light"/>
              <a:cs typeface="Raleway Light"/>
              <a:sym typeface="Raleway Ligh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28" name="Google Shape;328;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329" name="Google Shape;329;p42"/>
          <p:cNvSpPr/>
          <p:nvPr/>
        </p:nvSpPr>
        <p:spPr>
          <a:xfrm>
            <a:off x="1950" y="0"/>
            <a:ext cx="9140100" cy="5143500"/>
          </a:xfrm>
          <a:prstGeom prst="roundRect">
            <a:avLst>
              <a:gd fmla="val -17778" name="adj"/>
            </a:avLst>
          </a:prstGeom>
          <a:solidFill>
            <a:schemeClr val="dk1"/>
          </a:solidFill>
          <a:ln>
            <a:noFill/>
          </a:ln>
        </p:spPr>
        <p:txBody>
          <a:bodyPr anchorCtr="0" anchor="ctr" bIns="607200" lIns="507775" spcFirstLastPara="1" rIns="507775" wrap="square" tIns="607200">
            <a:noAutofit/>
          </a:bodyPr>
          <a:lstStyle/>
          <a:p>
            <a:pPr indent="0" lvl="0" marL="0" marR="0" rtl="0" algn="ctr">
              <a:lnSpc>
                <a:spcPct val="160000"/>
              </a:lnSpc>
              <a:spcBef>
                <a:spcPts val="0"/>
              </a:spcBef>
              <a:spcAft>
                <a:spcPts val="0"/>
              </a:spcAft>
              <a:buNone/>
            </a:pPr>
            <a:r>
              <a:t/>
            </a:r>
            <a:endParaRPr b="0" i="0" sz="900" u="none" cap="none" strike="noStrike">
              <a:solidFill>
                <a:srgbClr val="000000"/>
              </a:solidFill>
              <a:latin typeface="Calibri"/>
              <a:ea typeface="Calibri"/>
              <a:cs typeface="Calibri"/>
              <a:sym typeface="Calibri"/>
            </a:endParaRPr>
          </a:p>
        </p:txBody>
      </p:sp>
      <p:sp>
        <p:nvSpPr>
          <p:cNvPr id="330" name="Google Shape;330;p42"/>
          <p:cNvSpPr/>
          <p:nvPr/>
        </p:nvSpPr>
        <p:spPr>
          <a:xfrm>
            <a:off x="600975" y="1498500"/>
            <a:ext cx="5052600" cy="1807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lang="pt-BR" sz="5100">
                <a:solidFill>
                  <a:srgbClr val="F7F9FA"/>
                </a:solidFill>
                <a:latin typeface="Raleway Black"/>
                <a:ea typeface="Raleway Black"/>
                <a:cs typeface="Raleway Black"/>
                <a:sym typeface="Raleway Black"/>
              </a:rPr>
              <a:t>Modelos vazios para texto e imagem</a:t>
            </a:r>
            <a:endParaRPr i="0" sz="2850" u="none" cap="none" strike="noStrike">
              <a:solidFill>
                <a:srgbClr val="000000"/>
              </a:solidFill>
              <a:latin typeface="Raleway Black"/>
              <a:ea typeface="Raleway Black"/>
              <a:cs typeface="Raleway Black"/>
              <a:sym typeface="Raleway Black"/>
            </a:endParaRPr>
          </a:p>
        </p:txBody>
      </p:sp>
      <p:sp>
        <p:nvSpPr>
          <p:cNvPr id="331" name="Google Shape;331;p42"/>
          <p:cNvSpPr/>
          <p:nvPr/>
        </p:nvSpPr>
        <p:spPr>
          <a:xfrm>
            <a:off x="648000" y="3351375"/>
            <a:ext cx="3574200" cy="62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32" name="Google Shape;332;p42"/>
          <p:cNvPicPr preferRelativeResize="0"/>
          <p:nvPr/>
        </p:nvPicPr>
        <p:blipFill>
          <a:blip r:embed="rId3">
            <a:alphaModFix/>
          </a:blip>
          <a:stretch>
            <a:fillRect/>
          </a:stretch>
        </p:blipFill>
        <p:spPr>
          <a:xfrm>
            <a:off x="-283502" y="-58275"/>
            <a:ext cx="729000" cy="729025"/>
          </a:xfrm>
          <a:prstGeom prst="rect">
            <a:avLst/>
          </a:prstGeom>
          <a:noFill/>
          <a:ln>
            <a:noFill/>
          </a:ln>
        </p:spPr>
      </p:pic>
      <p:pic>
        <p:nvPicPr>
          <p:cNvPr id="333" name="Google Shape;333;p42"/>
          <p:cNvPicPr preferRelativeResize="0"/>
          <p:nvPr/>
        </p:nvPicPr>
        <p:blipFill>
          <a:blip r:embed="rId4">
            <a:alphaModFix amt="35000"/>
          </a:blip>
          <a:stretch>
            <a:fillRect/>
          </a:stretch>
        </p:blipFill>
        <p:spPr>
          <a:xfrm>
            <a:off x="5653575" y="522000"/>
            <a:ext cx="4016249" cy="401624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3"/>
          <p:cNvSpPr/>
          <p:nvPr/>
        </p:nvSpPr>
        <p:spPr>
          <a:xfrm>
            <a:off x="-1" y="0"/>
            <a:ext cx="9135600" cy="5143500"/>
          </a:xfrm>
          <a:prstGeom prst="rect">
            <a:avLst/>
          </a:prstGeom>
          <a:solidFill>
            <a:srgbClr val="7030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00">
              <a:solidFill>
                <a:schemeClr val="lt1"/>
              </a:solidFill>
              <a:latin typeface="Arial"/>
              <a:ea typeface="Arial"/>
              <a:cs typeface="Arial"/>
              <a:sym typeface="Arial"/>
            </a:endParaRPr>
          </a:p>
        </p:txBody>
      </p:sp>
      <p:sp>
        <p:nvSpPr>
          <p:cNvPr id="339" name="Google Shape;339;p43"/>
          <p:cNvSpPr/>
          <p:nvPr/>
        </p:nvSpPr>
        <p:spPr>
          <a:xfrm>
            <a:off x="3304761" y="836545"/>
            <a:ext cx="1946400" cy="3752100"/>
          </a:xfrm>
          <a:prstGeom prst="rect">
            <a:avLst/>
          </a:prstGeom>
          <a:solidFill>
            <a:srgbClr val="EF86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00">
              <a:solidFill>
                <a:schemeClr val="lt1"/>
              </a:solidFill>
              <a:latin typeface="Arial"/>
              <a:ea typeface="Arial"/>
              <a:cs typeface="Arial"/>
              <a:sym typeface="Arial"/>
            </a:endParaRPr>
          </a:p>
        </p:txBody>
      </p:sp>
      <p:sp>
        <p:nvSpPr>
          <p:cNvPr id="340" name="Google Shape;340;p43"/>
          <p:cNvSpPr/>
          <p:nvPr/>
        </p:nvSpPr>
        <p:spPr>
          <a:xfrm>
            <a:off x="5251173" y="836545"/>
            <a:ext cx="1954800" cy="3752100"/>
          </a:xfrm>
          <a:prstGeom prst="rect">
            <a:avLst/>
          </a:prstGeom>
          <a:solidFill>
            <a:srgbClr val="4285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00">
              <a:solidFill>
                <a:schemeClr val="lt1"/>
              </a:solidFill>
              <a:latin typeface="Arial"/>
              <a:ea typeface="Arial"/>
              <a:cs typeface="Arial"/>
              <a:sym typeface="Arial"/>
            </a:endParaRPr>
          </a:p>
        </p:txBody>
      </p:sp>
      <p:sp>
        <p:nvSpPr>
          <p:cNvPr id="341" name="Google Shape;341;p43"/>
          <p:cNvSpPr/>
          <p:nvPr/>
        </p:nvSpPr>
        <p:spPr>
          <a:xfrm>
            <a:off x="7181021" y="836544"/>
            <a:ext cx="1954800" cy="3752100"/>
          </a:xfrm>
          <a:prstGeom prst="rect">
            <a:avLst/>
          </a:prstGeom>
          <a:solidFill>
            <a:srgbClr val="EF86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00">
              <a:solidFill>
                <a:schemeClr val="lt1"/>
              </a:solidFill>
              <a:latin typeface="Arial"/>
              <a:ea typeface="Arial"/>
              <a:cs typeface="Arial"/>
              <a:sym typeface="Arial"/>
            </a:endParaRPr>
          </a:p>
        </p:txBody>
      </p:sp>
      <p:sp>
        <p:nvSpPr>
          <p:cNvPr id="342" name="Google Shape;342;p43"/>
          <p:cNvSpPr txBox="1"/>
          <p:nvPr>
            <p:ph type="ctrTitle"/>
          </p:nvPr>
        </p:nvSpPr>
        <p:spPr>
          <a:xfrm>
            <a:off x="3304508" y="1086436"/>
            <a:ext cx="1972200" cy="324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FFFFFF"/>
              </a:buClr>
              <a:buSzPts val="700"/>
              <a:buFont typeface="Montserrat SemiBold"/>
              <a:buNone/>
            </a:pPr>
            <a:r>
              <a:rPr lang="pt-BR" sz="1600">
                <a:solidFill>
                  <a:srgbClr val="FFFFFF"/>
                </a:solidFill>
                <a:latin typeface="Raleway SemiBold"/>
                <a:ea typeface="Raleway SemiBold"/>
                <a:cs typeface="Raleway SemiBold"/>
                <a:sym typeface="Raleway SemiBold"/>
              </a:rPr>
              <a:t> Lorem ipsum dolor sit amet</a:t>
            </a:r>
            <a:endParaRPr>
              <a:latin typeface="Raleway"/>
              <a:ea typeface="Raleway"/>
              <a:cs typeface="Raleway"/>
              <a:sym typeface="Raleway"/>
            </a:endParaRPr>
          </a:p>
        </p:txBody>
      </p:sp>
      <p:sp>
        <p:nvSpPr>
          <p:cNvPr id="343" name="Google Shape;343;p43"/>
          <p:cNvSpPr txBox="1"/>
          <p:nvPr/>
        </p:nvSpPr>
        <p:spPr>
          <a:xfrm>
            <a:off x="5096864" y="995327"/>
            <a:ext cx="2253900" cy="32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lt1"/>
              </a:buClr>
              <a:buSzPts val="700"/>
              <a:buFont typeface="Montserrat SemiBold"/>
              <a:buNone/>
            </a:pPr>
            <a:r>
              <a:rPr lang="pt-BR" sz="1600">
                <a:solidFill>
                  <a:schemeClr val="lt1"/>
                </a:solidFill>
                <a:latin typeface="Raleway SemiBold"/>
                <a:ea typeface="Raleway SemiBold"/>
                <a:cs typeface="Raleway SemiBold"/>
                <a:sym typeface="Raleway SemiBold"/>
              </a:rPr>
              <a:t> Lorem ipsum dolor sit amet</a:t>
            </a:r>
            <a:endParaRPr sz="5200">
              <a:solidFill>
                <a:schemeClr val="dk1"/>
              </a:solidFill>
              <a:latin typeface="Raleway"/>
              <a:ea typeface="Raleway"/>
              <a:cs typeface="Raleway"/>
              <a:sym typeface="Raleway"/>
            </a:endParaRPr>
          </a:p>
          <a:p>
            <a:pPr indent="0" lvl="0" marL="0" marR="0" rtl="0" algn="ctr">
              <a:spcBef>
                <a:spcPts val="0"/>
              </a:spcBef>
              <a:spcAft>
                <a:spcPts val="0"/>
              </a:spcAft>
              <a:buNone/>
            </a:pPr>
            <a:r>
              <a:t/>
            </a:r>
            <a:endParaRPr sz="1600">
              <a:solidFill>
                <a:schemeClr val="lt1"/>
              </a:solidFill>
              <a:latin typeface="Raleway SemiBold"/>
              <a:ea typeface="Raleway SemiBold"/>
              <a:cs typeface="Raleway SemiBold"/>
              <a:sym typeface="Raleway SemiBold"/>
            </a:endParaRPr>
          </a:p>
        </p:txBody>
      </p:sp>
      <p:sp>
        <p:nvSpPr>
          <p:cNvPr id="344" name="Google Shape;344;p43"/>
          <p:cNvSpPr txBox="1"/>
          <p:nvPr/>
        </p:nvSpPr>
        <p:spPr>
          <a:xfrm>
            <a:off x="7076409" y="1086436"/>
            <a:ext cx="2154600" cy="32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lt1"/>
              </a:buClr>
              <a:buSzPts val="700"/>
              <a:buFont typeface="Montserrat SemiBold"/>
              <a:buNone/>
            </a:pPr>
            <a:r>
              <a:rPr lang="pt-BR" sz="1600">
                <a:solidFill>
                  <a:schemeClr val="lt1"/>
                </a:solidFill>
                <a:latin typeface="Raleway SemiBold"/>
                <a:ea typeface="Raleway SemiBold"/>
                <a:cs typeface="Raleway SemiBold"/>
                <a:sym typeface="Raleway SemiBold"/>
              </a:rPr>
              <a:t> Lorem ipsum dolor sit amet</a:t>
            </a:r>
            <a:endParaRPr sz="5200">
              <a:solidFill>
                <a:schemeClr val="dk1"/>
              </a:solidFill>
              <a:latin typeface="Raleway"/>
              <a:ea typeface="Raleway"/>
              <a:cs typeface="Raleway"/>
              <a:sym typeface="Raleway"/>
            </a:endParaRPr>
          </a:p>
          <a:p>
            <a:pPr indent="0" lvl="0" marL="0" marR="0" rtl="0" algn="ctr">
              <a:spcBef>
                <a:spcPts val="0"/>
              </a:spcBef>
              <a:spcAft>
                <a:spcPts val="0"/>
              </a:spcAft>
              <a:buNone/>
            </a:pPr>
            <a:r>
              <a:t/>
            </a:r>
            <a:endParaRPr sz="1600">
              <a:solidFill>
                <a:srgbClr val="FFFFFF"/>
              </a:solidFill>
              <a:latin typeface="Raleway SemiBold"/>
              <a:ea typeface="Raleway SemiBold"/>
              <a:cs typeface="Raleway SemiBold"/>
              <a:sym typeface="Raleway SemiBold"/>
            </a:endParaRPr>
          </a:p>
        </p:txBody>
      </p:sp>
      <p:sp>
        <p:nvSpPr>
          <p:cNvPr id="345" name="Google Shape;345;p43"/>
          <p:cNvSpPr txBox="1"/>
          <p:nvPr/>
        </p:nvSpPr>
        <p:spPr>
          <a:xfrm>
            <a:off x="3180521" y="1971262"/>
            <a:ext cx="2021100" cy="1569900"/>
          </a:xfrm>
          <a:prstGeom prst="rect">
            <a:avLst/>
          </a:prstGeom>
          <a:noFill/>
          <a:ln>
            <a:noFill/>
          </a:ln>
        </p:spPr>
        <p:txBody>
          <a:bodyPr anchorCtr="0" anchor="t" bIns="45700" lIns="91425" spcFirstLastPara="1" rIns="91425" wrap="square" tIns="45700">
            <a:spAutoFit/>
          </a:bodyPr>
          <a:lstStyle/>
          <a:p>
            <a:pPr indent="0" lvl="0" marL="177800" marR="0" rtl="0" algn="l">
              <a:spcBef>
                <a:spcPts val="0"/>
              </a:spcBef>
              <a:spcAft>
                <a:spcPts val="0"/>
              </a:spcAft>
              <a:buNone/>
            </a:pPr>
            <a:r>
              <a:rPr lang="pt-BR" sz="800">
                <a:solidFill>
                  <a:schemeClr val="lt1"/>
                </a:solidFill>
                <a:latin typeface="Raleway"/>
                <a:ea typeface="Raleway"/>
                <a:cs typeface="Raleway"/>
                <a:sym typeface="Raleway"/>
              </a:rPr>
              <a:t>Lorem ipsum dolor sit amet, consectetur adipiscing elit. Nullam tellus mauris, lobortis nec augue sit amet, volutpat laoreet eros. Interdum et malesuada fames ac ante ipsum primis in faucibus. Quisque iaculis feugiat eros, venenatis efficitur elit luctus et. Suspendisse commodo est nec nulla porta, et dapibus nibh consequat. Vivamus maximus tincidunt nulla,</a:t>
            </a:r>
            <a:endParaRPr sz="1800">
              <a:solidFill>
                <a:schemeClr val="dk1"/>
              </a:solidFill>
              <a:latin typeface="Raleway"/>
              <a:ea typeface="Raleway"/>
              <a:cs typeface="Raleway"/>
              <a:sym typeface="Raleway"/>
            </a:endParaRPr>
          </a:p>
        </p:txBody>
      </p:sp>
      <p:sp>
        <p:nvSpPr>
          <p:cNvPr id="346" name="Google Shape;346;p43"/>
          <p:cNvSpPr txBox="1"/>
          <p:nvPr/>
        </p:nvSpPr>
        <p:spPr>
          <a:xfrm>
            <a:off x="5160064" y="1971262"/>
            <a:ext cx="2021100" cy="1569900"/>
          </a:xfrm>
          <a:prstGeom prst="rect">
            <a:avLst/>
          </a:prstGeom>
          <a:noFill/>
          <a:ln>
            <a:noFill/>
          </a:ln>
        </p:spPr>
        <p:txBody>
          <a:bodyPr anchorCtr="0" anchor="t" bIns="45700" lIns="91425" spcFirstLastPara="1" rIns="91425" wrap="square" tIns="45700">
            <a:spAutoFit/>
          </a:bodyPr>
          <a:lstStyle/>
          <a:p>
            <a:pPr indent="0" lvl="0" marL="177800" marR="0" rtl="0" algn="l">
              <a:spcBef>
                <a:spcPts val="0"/>
              </a:spcBef>
              <a:spcAft>
                <a:spcPts val="0"/>
              </a:spcAft>
              <a:buNone/>
            </a:pPr>
            <a:r>
              <a:rPr lang="pt-BR" sz="800">
                <a:solidFill>
                  <a:schemeClr val="lt1"/>
                </a:solidFill>
                <a:latin typeface="Raleway"/>
                <a:ea typeface="Raleway"/>
                <a:cs typeface="Raleway"/>
                <a:sym typeface="Raleway"/>
              </a:rPr>
              <a:t>Lorem ipsum dolor sit amet, consectetur adipiscing elit. Nullam tellus mauris, lobortis nec augue sit amet, volutpat laoreet eros. Interdum et malesuada fames ac ante ipsum primis in faucibus. Quisque iaculis feugiat eros, venenatis efficitur elit luctus et. Suspendisse commodo est nec nulla porta, et dapibus nibh consequat. Vivamus maximus tincidunt nulla,</a:t>
            </a:r>
            <a:endParaRPr sz="1800">
              <a:solidFill>
                <a:schemeClr val="dk1"/>
              </a:solidFill>
              <a:latin typeface="Raleway"/>
              <a:ea typeface="Raleway"/>
              <a:cs typeface="Raleway"/>
              <a:sym typeface="Raleway"/>
            </a:endParaRPr>
          </a:p>
        </p:txBody>
      </p:sp>
      <p:sp>
        <p:nvSpPr>
          <p:cNvPr id="347" name="Google Shape;347;p43"/>
          <p:cNvSpPr txBox="1"/>
          <p:nvPr/>
        </p:nvSpPr>
        <p:spPr>
          <a:xfrm>
            <a:off x="7106478" y="1971239"/>
            <a:ext cx="2004300" cy="1569900"/>
          </a:xfrm>
          <a:prstGeom prst="rect">
            <a:avLst/>
          </a:prstGeom>
          <a:noFill/>
          <a:ln>
            <a:noFill/>
          </a:ln>
        </p:spPr>
        <p:txBody>
          <a:bodyPr anchorCtr="0" anchor="t" bIns="45700" lIns="91425" spcFirstLastPara="1" rIns="91425" wrap="square" tIns="45700">
            <a:spAutoFit/>
          </a:bodyPr>
          <a:lstStyle/>
          <a:p>
            <a:pPr indent="0" lvl="0" marL="177800" marR="0" rtl="0" algn="l">
              <a:spcBef>
                <a:spcPts val="0"/>
              </a:spcBef>
              <a:spcAft>
                <a:spcPts val="0"/>
              </a:spcAft>
              <a:buNone/>
            </a:pPr>
            <a:r>
              <a:rPr lang="pt-BR" sz="800">
                <a:solidFill>
                  <a:schemeClr val="lt1"/>
                </a:solidFill>
                <a:latin typeface="Raleway"/>
                <a:ea typeface="Raleway"/>
                <a:cs typeface="Raleway"/>
                <a:sym typeface="Raleway"/>
              </a:rPr>
              <a:t>Lorem ipsum dolor sit amet, consectetur adipiscing elit. Nullam tellus mauris, lobortis nec augue sit amet, volutpat laoreet eros. Interdum et malesuada fames ac ante ipsum primis in faucibus. Quisque iaculis feugiat eros, venenatis efficitur elit luctus et. Suspendisse commodo est nec nulla porta, et dapibus nibh consequat. Vivamus maximus tincidunt nulla,</a:t>
            </a:r>
            <a:endParaRPr sz="1800">
              <a:solidFill>
                <a:schemeClr val="dk1"/>
              </a:solidFill>
              <a:latin typeface="Raleway"/>
              <a:ea typeface="Raleway"/>
              <a:cs typeface="Raleway"/>
              <a:sym typeface="Raleway"/>
            </a:endParaRPr>
          </a:p>
        </p:txBody>
      </p:sp>
      <p:sp>
        <p:nvSpPr>
          <p:cNvPr id="348" name="Google Shape;348;p43"/>
          <p:cNvSpPr txBox="1"/>
          <p:nvPr/>
        </p:nvSpPr>
        <p:spPr>
          <a:xfrm>
            <a:off x="745436" y="629479"/>
            <a:ext cx="1681500" cy="585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3200">
                <a:solidFill>
                  <a:schemeClr val="lt1"/>
                </a:solidFill>
                <a:latin typeface="Montserrat"/>
                <a:ea typeface="Montserrat"/>
                <a:cs typeface="Montserrat"/>
                <a:sym typeface="Montserrat"/>
              </a:rPr>
              <a:t>XXX</a:t>
            </a:r>
            <a:endParaRPr sz="3200">
              <a:solidFill>
                <a:schemeClr val="lt1"/>
              </a:solidFill>
              <a:latin typeface="Montserrat"/>
              <a:ea typeface="Montserrat"/>
              <a:cs typeface="Montserrat"/>
              <a:sym typeface="Montserrat"/>
            </a:endParaRPr>
          </a:p>
        </p:txBody>
      </p:sp>
      <p:pic>
        <p:nvPicPr>
          <p:cNvPr id="349" name="Google Shape;349;p43"/>
          <p:cNvPicPr preferRelativeResize="0"/>
          <p:nvPr/>
        </p:nvPicPr>
        <p:blipFill rotWithShape="1">
          <a:blip r:embed="rId3">
            <a:alphaModFix/>
          </a:blip>
          <a:srcRect b="0" l="0" r="0" t="0"/>
          <a:stretch/>
        </p:blipFill>
        <p:spPr>
          <a:xfrm>
            <a:off x="260075" y="1400172"/>
            <a:ext cx="2850877" cy="287324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pic>
        <p:nvPicPr>
          <p:cNvPr id="354" name="Google Shape;354;p44"/>
          <p:cNvPicPr preferRelativeResize="0"/>
          <p:nvPr/>
        </p:nvPicPr>
        <p:blipFill rotWithShape="1">
          <a:blip r:embed="rId3">
            <a:alphaModFix amt="31000"/>
          </a:blip>
          <a:srcRect b="0" l="33333" r="0" t="0"/>
          <a:stretch/>
        </p:blipFill>
        <p:spPr>
          <a:xfrm>
            <a:off x="0" y="821150"/>
            <a:ext cx="746524" cy="1118550"/>
          </a:xfrm>
          <a:prstGeom prst="rect">
            <a:avLst/>
          </a:prstGeom>
          <a:noFill/>
          <a:ln>
            <a:noFill/>
          </a:ln>
          <a:effectLst>
            <a:outerShdw blurRad="57150" rotWithShape="0" algn="bl" dir="5400000" dist="19050">
              <a:srgbClr val="9900FF">
                <a:alpha val="47450"/>
              </a:srgbClr>
            </a:outerShdw>
          </a:effectLst>
        </p:spPr>
      </p:pic>
      <p:pic>
        <p:nvPicPr>
          <p:cNvPr id="355" name="Google Shape;355;p44"/>
          <p:cNvPicPr preferRelativeResize="0"/>
          <p:nvPr/>
        </p:nvPicPr>
        <p:blipFill rotWithShape="1">
          <a:blip r:embed="rId4">
            <a:alphaModFix amt="31000"/>
          </a:blip>
          <a:srcRect b="54118" l="0" r="0" t="0"/>
          <a:stretch/>
        </p:blipFill>
        <p:spPr>
          <a:xfrm>
            <a:off x="5225625" y="4630271"/>
            <a:ext cx="1119774" cy="513224"/>
          </a:xfrm>
          <a:prstGeom prst="rect">
            <a:avLst/>
          </a:prstGeom>
          <a:noFill/>
          <a:ln>
            <a:noFill/>
          </a:ln>
          <a:effectLst>
            <a:outerShdw blurRad="57150" rotWithShape="0" algn="bl" dir="5400000" dist="19050">
              <a:srgbClr val="9900FF">
                <a:alpha val="18430"/>
              </a:srgbClr>
            </a:outerShdw>
          </a:effectLst>
        </p:spPr>
      </p:pic>
      <p:pic>
        <p:nvPicPr>
          <p:cNvPr id="356" name="Google Shape;356;p44"/>
          <p:cNvPicPr preferRelativeResize="0"/>
          <p:nvPr/>
        </p:nvPicPr>
        <p:blipFill rotWithShape="1">
          <a:blip r:embed="rId4">
            <a:alphaModFix amt="31000"/>
          </a:blip>
          <a:srcRect b="54118" l="0" r="0" t="0"/>
          <a:stretch/>
        </p:blipFill>
        <p:spPr>
          <a:xfrm>
            <a:off x="1873750" y="4332871"/>
            <a:ext cx="1119774" cy="513224"/>
          </a:xfrm>
          <a:prstGeom prst="rect">
            <a:avLst/>
          </a:prstGeom>
          <a:noFill/>
          <a:ln>
            <a:noFill/>
          </a:ln>
          <a:effectLst>
            <a:outerShdw blurRad="57150" rotWithShape="0" algn="bl" dir="5400000" dist="19050">
              <a:srgbClr val="9900FF">
                <a:alpha val="47450"/>
              </a:srgbClr>
            </a:outerShdw>
          </a:effectLst>
        </p:spPr>
      </p:pic>
      <p:sp>
        <p:nvSpPr>
          <p:cNvPr id="357" name="Google Shape;357;p44"/>
          <p:cNvSpPr/>
          <p:nvPr/>
        </p:nvSpPr>
        <p:spPr>
          <a:xfrm>
            <a:off x="-2625" y="-92050"/>
            <a:ext cx="4179300" cy="5279700"/>
          </a:xfrm>
          <a:prstGeom prst="rect">
            <a:avLst/>
          </a:prstGeom>
          <a:solidFill>
            <a:srgbClr val="6F05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sp>
        <p:nvSpPr>
          <p:cNvPr id="358" name="Google Shape;358;p44"/>
          <p:cNvSpPr txBox="1"/>
          <p:nvPr/>
        </p:nvSpPr>
        <p:spPr>
          <a:xfrm>
            <a:off x="466175" y="214375"/>
            <a:ext cx="34734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3100">
                <a:solidFill>
                  <a:srgbClr val="FFFFFF"/>
                </a:solidFill>
                <a:latin typeface="Poppins"/>
                <a:ea typeface="Poppins"/>
                <a:cs typeface="Poppins"/>
                <a:sym typeface="Poppins"/>
              </a:rPr>
              <a:t>Título</a:t>
            </a:r>
            <a:endParaRPr b="1" sz="3100">
              <a:solidFill>
                <a:srgbClr val="FFFFFF"/>
              </a:solidFill>
              <a:latin typeface="Poppins"/>
              <a:ea typeface="Poppins"/>
              <a:cs typeface="Poppins"/>
              <a:sym typeface="Poppins"/>
            </a:endParaRPr>
          </a:p>
        </p:txBody>
      </p:sp>
      <p:sp>
        <p:nvSpPr>
          <p:cNvPr id="359" name="Google Shape;359;p44"/>
          <p:cNvSpPr txBox="1"/>
          <p:nvPr/>
        </p:nvSpPr>
        <p:spPr>
          <a:xfrm>
            <a:off x="408275" y="1076900"/>
            <a:ext cx="3570600" cy="132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200"/>
              <a:buFont typeface="Arial"/>
              <a:buNone/>
            </a:pPr>
            <a:r>
              <a:rPr lang="pt-BR" sz="1100">
                <a:solidFill>
                  <a:srgbClr val="F7F7F7"/>
                </a:solidFill>
                <a:latin typeface="Raleway"/>
                <a:ea typeface="Raleway"/>
                <a:cs typeface="Raleway"/>
                <a:sym typeface="Raleway"/>
              </a:rPr>
              <a:t>Lorem ipsum dolor sit amet, consectetur adipiscing elit. Etiam dignissim ipsum massa, non scelerisque quam finibus nec. </a:t>
            </a:r>
            <a:r>
              <a:rPr b="1" lang="pt-BR" sz="1100">
                <a:solidFill>
                  <a:srgbClr val="F7F7F7"/>
                </a:solidFill>
                <a:latin typeface="Raleway"/>
                <a:ea typeface="Raleway"/>
                <a:cs typeface="Raleway"/>
                <a:sym typeface="Raleway"/>
              </a:rPr>
              <a:t>Class aptent taciti sociosqu ad litora torquent per conubia nostra, per inceptos himenaeos.</a:t>
            </a:r>
            <a:r>
              <a:rPr lang="pt-BR" sz="1100">
                <a:solidFill>
                  <a:srgbClr val="F7F7F7"/>
                </a:solidFill>
                <a:latin typeface="Raleway"/>
                <a:ea typeface="Raleway"/>
                <a:cs typeface="Raleway"/>
                <a:sym typeface="Raleway"/>
              </a:rPr>
              <a:t> Vivamus et tellus erat. Morbi maximus eros eu mauris fringilla fringilla. </a:t>
            </a:r>
            <a:endParaRPr sz="3000">
              <a:solidFill>
                <a:srgbClr val="F7F7F7"/>
              </a:solidFill>
              <a:latin typeface="Raleway"/>
              <a:ea typeface="Raleway"/>
              <a:cs typeface="Raleway"/>
              <a:sym typeface="Raleway"/>
            </a:endParaRPr>
          </a:p>
        </p:txBody>
      </p:sp>
      <p:sp>
        <p:nvSpPr>
          <p:cNvPr id="360" name="Google Shape;360;p44"/>
          <p:cNvSpPr/>
          <p:nvPr/>
        </p:nvSpPr>
        <p:spPr>
          <a:xfrm>
            <a:off x="408275" y="2675925"/>
            <a:ext cx="3284400" cy="258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61" name="Google Shape;361;p44"/>
          <p:cNvSpPr txBox="1"/>
          <p:nvPr/>
        </p:nvSpPr>
        <p:spPr>
          <a:xfrm>
            <a:off x="444825" y="2605125"/>
            <a:ext cx="328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F46915"/>
                </a:solidFill>
                <a:latin typeface="Poppins SemiBold"/>
                <a:ea typeface="Poppins SemiBold"/>
                <a:cs typeface="Poppins SemiBold"/>
                <a:sym typeface="Poppins SemiBold"/>
              </a:rPr>
              <a:t>Subtitulo Lorem Ipsum</a:t>
            </a:r>
            <a:endParaRPr>
              <a:solidFill>
                <a:srgbClr val="F46915"/>
              </a:solidFill>
              <a:latin typeface="Poppins SemiBold"/>
              <a:ea typeface="Poppins SemiBold"/>
              <a:cs typeface="Poppins SemiBold"/>
              <a:sym typeface="Poppins SemiBold"/>
            </a:endParaRPr>
          </a:p>
        </p:txBody>
      </p:sp>
      <p:sp>
        <p:nvSpPr>
          <p:cNvPr id="362" name="Google Shape;362;p44"/>
          <p:cNvSpPr txBox="1"/>
          <p:nvPr/>
        </p:nvSpPr>
        <p:spPr>
          <a:xfrm>
            <a:off x="5477325" y="420950"/>
            <a:ext cx="2836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a:t>imagem aqui</a:t>
            </a:r>
            <a:endParaRPr/>
          </a:p>
        </p:txBody>
      </p:sp>
      <p:sp>
        <p:nvSpPr>
          <p:cNvPr id="363" name="Google Shape;363;p44"/>
          <p:cNvSpPr txBox="1"/>
          <p:nvPr/>
        </p:nvSpPr>
        <p:spPr>
          <a:xfrm>
            <a:off x="417575" y="3070050"/>
            <a:ext cx="3570600" cy="132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200"/>
              <a:buFont typeface="Arial"/>
              <a:buNone/>
            </a:pPr>
            <a:r>
              <a:rPr lang="pt-BR" sz="1100">
                <a:solidFill>
                  <a:srgbClr val="F7F7F7"/>
                </a:solidFill>
                <a:latin typeface="Raleway"/>
                <a:ea typeface="Raleway"/>
                <a:cs typeface="Raleway"/>
                <a:sym typeface="Raleway"/>
              </a:rPr>
              <a:t>Lorem ipsum dolor sit amet, consectetur adipiscing elit. Etiam dignissim ipsum massa, non scelerisque quam finibus nec. </a:t>
            </a:r>
            <a:r>
              <a:rPr b="1" lang="pt-BR" sz="1100">
                <a:solidFill>
                  <a:srgbClr val="F7F7F7"/>
                </a:solidFill>
                <a:latin typeface="Raleway"/>
                <a:ea typeface="Raleway"/>
                <a:cs typeface="Raleway"/>
                <a:sym typeface="Raleway"/>
              </a:rPr>
              <a:t>Class aptent taciti sociosqu ad litora torquent per conubia nostra, per inceptos himenaeos.</a:t>
            </a:r>
            <a:r>
              <a:rPr lang="pt-BR" sz="1100">
                <a:solidFill>
                  <a:srgbClr val="F7F7F7"/>
                </a:solidFill>
                <a:latin typeface="Raleway"/>
                <a:ea typeface="Raleway"/>
                <a:cs typeface="Raleway"/>
                <a:sym typeface="Raleway"/>
              </a:rPr>
              <a:t> Vivamus et tellus erat. Morbi maximus eros eu mauris fringilla fringilla. </a:t>
            </a:r>
            <a:endParaRPr sz="3000">
              <a:solidFill>
                <a:srgbClr val="F7F7F7"/>
              </a:solidFill>
              <a:latin typeface="Raleway"/>
              <a:ea typeface="Raleway"/>
              <a:cs typeface="Raleway"/>
              <a:sym typeface="Raleway"/>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45"/>
          <p:cNvSpPr/>
          <p:nvPr/>
        </p:nvSpPr>
        <p:spPr>
          <a:xfrm>
            <a:off x="-751" y="2244"/>
            <a:ext cx="9145500" cy="5139000"/>
          </a:xfrm>
          <a:prstGeom prst="rect">
            <a:avLst/>
          </a:prstGeom>
          <a:solidFill>
            <a:srgbClr val="6F0FB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sp>
        <p:nvSpPr>
          <p:cNvPr id="369" name="Google Shape;369;p45"/>
          <p:cNvSpPr txBox="1"/>
          <p:nvPr/>
        </p:nvSpPr>
        <p:spPr>
          <a:xfrm>
            <a:off x="321861" y="1370894"/>
            <a:ext cx="4892400" cy="1662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lang="pt-BR" sz="2400">
                <a:solidFill>
                  <a:schemeClr val="lt1"/>
                </a:solidFill>
                <a:latin typeface="Raleway"/>
                <a:ea typeface="Raleway"/>
                <a:cs typeface="Raleway"/>
                <a:sym typeface="Raleway"/>
              </a:rPr>
              <a:t>Lorem ipsum dolor sit amet, consectetur adipiscing elit. Donec in cursus neque. Aliquam viverra, metus </a:t>
            </a:r>
            <a:endParaRPr b="1" i="0" sz="4000" u="none" cap="none" strike="noStrike">
              <a:solidFill>
                <a:schemeClr val="lt1"/>
              </a:solidFill>
              <a:latin typeface="Raleway"/>
              <a:ea typeface="Raleway"/>
              <a:cs typeface="Raleway"/>
              <a:sym typeface="Raleway"/>
            </a:endParaRPr>
          </a:p>
        </p:txBody>
      </p:sp>
      <p:sp>
        <p:nvSpPr>
          <p:cNvPr id="370" name="Google Shape;370;p45"/>
          <p:cNvSpPr txBox="1"/>
          <p:nvPr/>
        </p:nvSpPr>
        <p:spPr>
          <a:xfrm>
            <a:off x="321861" y="2935611"/>
            <a:ext cx="4591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pt-BR" sz="1200">
                <a:solidFill>
                  <a:schemeClr val="lt1"/>
                </a:solidFill>
                <a:latin typeface="Raleway"/>
                <a:ea typeface="Raleway"/>
                <a:cs typeface="Raleway"/>
                <a:sym typeface="Raleway"/>
              </a:rPr>
              <a:t>Lorem ipsum dolor sit amet, consectetur adipiscing elit. Donec in cursus neque. Aliquam viverra, metus quis pellentesque ultricies, lorem urna commodo dolor, ut feugiat ipsum augue vel enim.</a:t>
            </a:r>
            <a:endParaRPr i="0" sz="1400" u="none" cap="none" strike="noStrike">
              <a:solidFill>
                <a:schemeClr val="lt1"/>
              </a:solidFill>
              <a:latin typeface="Raleway"/>
              <a:ea typeface="Raleway"/>
              <a:cs typeface="Raleway"/>
              <a:sym typeface="Raleway"/>
            </a:endParaRPr>
          </a:p>
        </p:txBody>
      </p:sp>
      <p:sp>
        <p:nvSpPr>
          <p:cNvPr id="371" name="Google Shape;371;p45"/>
          <p:cNvSpPr/>
          <p:nvPr/>
        </p:nvSpPr>
        <p:spPr>
          <a:xfrm>
            <a:off x="5204300" y="1097400"/>
            <a:ext cx="3725400" cy="317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2" name="Google Shape;372;p45"/>
          <p:cNvSpPr txBox="1"/>
          <p:nvPr/>
        </p:nvSpPr>
        <p:spPr>
          <a:xfrm>
            <a:off x="6331625" y="2372700"/>
            <a:ext cx="304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t>imagem aqui</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6"/>
          <p:cNvSpPr/>
          <p:nvPr/>
        </p:nvSpPr>
        <p:spPr>
          <a:xfrm>
            <a:off x="-1151" y="3294"/>
            <a:ext cx="9145500" cy="5139000"/>
          </a:xfrm>
          <a:prstGeom prst="rect">
            <a:avLst/>
          </a:prstGeom>
          <a:solidFill>
            <a:srgbClr val="F4691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sp>
        <p:nvSpPr>
          <p:cNvPr id="378" name="Google Shape;378;p46"/>
          <p:cNvSpPr txBox="1"/>
          <p:nvPr/>
        </p:nvSpPr>
        <p:spPr>
          <a:xfrm>
            <a:off x="321861" y="1370894"/>
            <a:ext cx="4892400" cy="1662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lang="pt-BR" sz="2400">
                <a:solidFill>
                  <a:schemeClr val="lt1"/>
                </a:solidFill>
                <a:latin typeface="Raleway"/>
                <a:ea typeface="Raleway"/>
                <a:cs typeface="Raleway"/>
                <a:sym typeface="Raleway"/>
              </a:rPr>
              <a:t>Lorem ipsum dolor sit amet, consectetur adipiscing elit. Donec in cursus neque. Aliquam viverra, metus </a:t>
            </a:r>
            <a:endParaRPr b="1" i="0" sz="4000" u="none" cap="none" strike="noStrike">
              <a:solidFill>
                <a:schemeClr val="lt1"/>
              </a:solidFill>
              <a:latin typeface="Raleway"/>
              <a:ea typeface="Raleway"/>
              <a:cs typeface="Raleway"/>
              <a:sym typeface="Raleway"/>
            </a:endParaRPr>
          </a:p>
        </p:txBody>
      </p:sp>
      <p:sp>
        <p:nvSpPr>
          <p:cNvPr id="379" name="Google Shape;379;p46"/>
          <p:cNvSpPr txBox="1"/>
          <p:nvPr/>
        </p:nvSpPr>
        <p:spPr>
          <a:xfrm>
            <a:off x="321861" y="2935611"/>
            <a:ext cx="4591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pt-BR" sz="1200">
                <a:solidFill>
                  <a:schemeClr val="lt1"/>
                </a:solidFill>
                <a:latin typeface="Raleway"/>
                <a:ea typeface="Raleway"/>
                <a:cs typeface="Raleway"/>
                <a:sym typeface="Raleway"/>
              </a:rPr>
              <a:t>Lorem ipsum dolor sit amet, consectetur adipiscing elit. Donec in cursus neque. Aliquam viverra, metus quis pellentesque ultricies, lorem urna commodo dolor, ut feugiat ipsum augue vel enim.</a:t>
            </a:r>
            <a:endParaRPr i="0" sz="1400" u="none" cap="none" strike="noStrike">
              <a:solidFill>
                <a:schemeClr val="lt1"/>
              </a:solidFill>
              <a:latin typeface="Raleway"/>
              <a:ea typeface="Raleway"/>
              <a:cs typeface="Raleway"/>
              <a:sym typeface="Raleway"/>
            </a:endParaRPr>
          </a:p>
        </p:txBody>
      </p:sp>
      <p:sp>
        <p:nvSpPr>
          <p:cNvPr id="380" name="Google Shape;380;p46"/>
          <p:cNvSpPr/>
          <p:nvPr/>
        </p:nvSpPr>
        <p:spPr>
          <a:xfrm>
            <a:off x="5204300" y="1097400"/>
            <a:ext cx="3725400" cy="317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1" name="Google Shape;381;p46"/>
          <p:cNvSpPr txBox="1"/>
          <p:nvPr/>
        </p:nvSpPr>
        <p:spPr>
          <a:xfrm>
            <a:off x="6331625" y="2372700"/>
            <a:ext cx="304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t>imagem aqui</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47"/>
          <p:cNvSpPr/>
          <p:nvPr/>
        </p:nvSpPr>
        <p:spPr>
          <a:xfrm>
            <a:off x="-1151" y="3294"/>
            <a:ext cx="9145500" cy="5139000"/>
          </a:xfrm>
          <a:prstGeom prst="rect">
            <a:avLst/>
          </a:prstGeom>
          <a:solidFill>
            <a:srgbClr val="6F0FB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sp>
        <p:nvSpPr>
          <p:cNvPr id="387" name="Google Shape;387;p47"/>
          <p:cNvSpPr txBox="1"/>
          <p:nvPr/>
        </p:nvSpPr>
        <p:spPr>
          <a:xfrm>
            <a:off x="4290186" y="1370894"/>
            <a:ext cx="4892400" cy="1662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lang="pt-BR" sz="2400">
                <a:solidFill>
                  <a:schemeClr val="lt1"/>
                </a:solidFill>
                <a:latin typeface="Raleway"/>
                <a:ea typeface="Raleway"/>
                <a:cs typeface="Raleway"/>
                <a:sym typeface="Raleway"/>
              </a:rPr>
              <a:t>Lorem ipsum dolor sit amet, consectetur adipiscing elit. Donec in cursus neque. Aliquam viverra, metus </a:t>
            </a:r>
            <a:endParaRPr b="1" i="0" sz="4000" u="none" cap="none" strike="noStrike">
              <a:solidFill>
                <a:schemeClr val="lt1"/>
              </a:solidFill>
              <a:latin typeface="Raleway"/>
              <a:ea typeface="Raleway"/>
              <a:cs typeface="Raleway"/>
              <a:sym typeface="Raleway"/>
            </a:endParaRPr>
          </a:p>
        </p:txBody>
      </p:sp>
      <p:sp>
        <p:nvSpPr>
          <p:cNvPr id="388" name="Google Shape;388;p47"/>
          <p:cNvSpPr txBox="1"/>
          <p:nvPr/>
        </p:nvSpPr>
        <p:spPr>
          <a:xfrm>
            <a:off x="4290186" y="2935611"/>
            <a:ext cx="4591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pt-BR" sz="1200">
                <a:solidFill>
                  <a:schemeClr val="lt1"/>
                </a:solidFill>
                <a:latin typeface="Raleway"/>
                <a:ea typeface="Raleway"/>
                <a:cs typeface="Raleway"/>
                <a:sym typeface="Raleway"/>
              </a:rPr>
              <a:t>Lorem ipsum dolor sit amet, consectetur adipiscing elit. Donec in cursus neque. Aliquam viverra, metus quis pellentesque ultricies, lorem urna commodo dolor, ut feugiat ipsum augue vel enim.</a:t>
            </a:r>
            <a:endParaRPr i="0" sz="1400" u="none" cap="none" strike="noStrike">
              <a:solidFill>
                <a:schemeClr val="lt1"/>
              </a:solidFill>
              <a:latin typeface="Raleway"/>
              <a:ea typeface="Raleway"/>
              <a:cs typeface="Raleway"/>
              <a:sym typeface="Raleway"/>
            </a:endParaRPr>
          </a:p>
        </p:txBody>
      </p:sp>
      <p:pic>
        <p:nvPicPr>
          <p:cNvPr id="389" name="Google Shape;389;p47"/>
          <p:cNvPicPr preferRelativeResize="0"/>
          <p:nvPr/>
        </p:nvPicPr>
        <p:blipFill>
          <a:blip r:embed="rId3">
            <a:alphaModFix amt="20000"/>
          </a:blip>
          <a:stretch>
            <a:fillRect/>
          </a:stretch>
        </p:blipFill>
        <p:spPr>
          <a:xfrm>
            <a:off x="-2014475" y="-242825"/>
            <a:ext cx="6034499" cy="6034499"/>
          </a:xfrm>
          <a:prstGeom prst="rect">
            <a:avLst/>
          </a:prstGeom>
          <a:noFill/>
          <a:ln>
            <a:noFill/>
          </a:ln>
        </p:spPr>
      </p:pic>
      <p:sp>
        <p:nvSpPr>
          <p:cNvPr id="390" name="Google Shape;390;p47"/>
          <p:cNvSpPr/>
          <p:nvPr/>
        </p:nvSpPr>
        <p:spPr>
          <a:xfrm>
            <a:off x="396375" y="1097400"/>
            <a:ext cx="3725400" cy="317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1" name="Google Shape;391;p47"/>
          <p:cNvSpPr txBox="1"/>
          <p:nvPr/>
        </p:nvSpPr>
        <p:spPr>
          <a:xfrm>
            <a:off x="1523700" y="2372700"/>
            <a:ext cx="304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t>imagem aqui</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48"/>
          <p:cNvSpPr/>
          <p:nvPr/>
        </p:nvSpPr>
        <p:spPr>
          <a:xfrm>
            <a:off x="-1151" y="3294"/>
            <a:ext cx="9145500" cy="5139000"/>
          </a:xfrm>
          <a:prstGeom prst="rect">
            <a:avLst/>
          </a:prstGeom>
          <a:solidFill>
            <a:srgbClr val="F4691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sp>
        <p:nvSpPr>
          <p:cNvPr id="397" name="Google Shape;397;p48"/>
          <p:cNvSpPr txBox="1"/>
          <p:nvPr/>
        </p:nvSpPr>
        <p:spPr>
          <a:xfrm>
            <a:off x="4290186" y="1370894"/>
            <a:ext cx="4892400" cy="1662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lang="pt-BR" sz="2400">
                <a:solidFill>
                  <a:schemeClr val="lt1"/>
                </a:solidFill>
                <a:latin typeface="Raleway"/>
                <a:ea typeface="Raleway"/>
                <a:cs typeface="Raleway"/>
                <a:sym typeface="Raleway"/>
              </a:rPr>
              <a:t>Lorem ipsum dolor sit amet, consectetur adipiscing elit. Donec in cursus neque. Aliquam viverra, metus </a:t>
            </a:r>
            <a:endParaRPr b="1" i="0" sz="4000" u="none" cap="none" strike="noStrike">
              <a:solidFill>
                <a:schemeClr val="lt1"/>
              </a:solidFill>
              <a:latin typeface="Raleway"/>
              <a:ea typeface="Raleway"/>
              <a:cs typeface="Raleway"/>
              <a:sym typeface="Raleway"/>
            </a:endParaRPr>
          </a:p>
        </p:txBody>
      </p:sp>
      <p:sp>
        <p:nvSpPr>
          <p:cNvPr id="398" name="Google Shape;398;p48"/>
          <p:cNvSpPr txBox="1"/>
          <p:nvPr/>
        </p:nvSpPr>
        <p:spPr>
          <a:xfrm>
            <a:off x="4290186" y="2935611"/>
            <a:ext cx="4591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pt-BR" sz="1200">
                <a:solidFill>
                  <a:schemeClr val="lt1"/>
                </a:solidFill>
                <a:latin typeface="Raleway"/>
                <a:ea typeface="Raleway"/>
                <a:cs typeface="Raleway"/>
                <a:sym typeface="Raleway"/>
              </a:rPr>
              <a:t>Lorem ipsum dolor sit amet, consectetur adipiscing elit. Donec in cursus neque. Aliquam viverra, metus quis pellentesque ultricies, lorem urna commodo dolor, ut feugiat ipsum augue vel enim.</a:t>
            </a:r>
            <a:endParaRPr i="0" sz="1400" u="none" cap="none" strike="noStrike">
              <a:solidFill>
                <a:schemeClr val="lt1"/>
              </a:solidFill>
              <a:latin typeface="Raleway"/>
              <a:ea typeface="Raleway"/>
              <a:cs typeface="Raleway"/>
              <a:sym typeface="Raleway"/>
            </a:endParaRPr>
          </a:p>
        </p:txBody>
      </p:sp>
      <p:pic>
        <p:nvPicPr>
          <p:cNvPr id="399" name="Google Shape;399;p48"/>
          <p:cNvPicPr preferRelativeResize="0"/>
          <p:nvPr/>
        </p:nvPicPr>
        <p:blipFill>
          <a:blip r:embed="rId3">
            <a:alphaModFix amt="20000"/>
          </a:blip>
          <a:stretch>
            <a:fillRect/>
          </a:stretch>
        </p:blipFill>
        <p:spPr>
          <a:xfrm>
            <a:off x="-2014475" y="-242825"/>
            <a:ext cx="6034499" cy="6034499"/>
          </a:xfrm>
          <a:prstGeom prst="rect">
            <a:avLst/>
          </a:prstGeom>
          <a:noFill/>
          <a:ln>
            <a:noFill/>
          </a:ln>
        </p:spPr>
      </p:pic>
      <p:sp>
        <p:nvSpPr>
          <p:cNvPr id="400" name="Google Shape;400;p48"/>
          <p:cNvSpPr/>
          <p:nvPr/>
        </p:nvSpPr>
        <p:spPr>
          <a:xfrm>
            <a:off x="396375" y="1097400"/>
            <a:ext cx="3725400" cy="317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1" name="Google Shape;401;p48"/>
          <p:cNvSpPr txBox="1"/>
          <p:nvPr/>
        </p:nvSpPr>
        <p:spPr>
          <a:xfrm>
            <a:off x="1523700" y="2372700"/>
            <a:ext cx="304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t>imagem aqui</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49"/>
          <p:cNvSpPr txBox="1"/>
          <p:nvPr>
            <p:ph type="ctrTitle"/>
          </p:nvPr>
        </p:nvSpPr>
        <p:spPr>
          <a:xfrm>
            <a:off x="128000" y="1520050"/>
            <a:ext cx="4082100" cy="22794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b="1" lang="pt-BR" sz="2400"/>
              <a:t>Sugestão: </a:t>
            </a:r>
            <a:br>
              <a:rPr lang="pt-BR" sz="2400"/>
            </a:br>
            <a:r>
              <a:rPr lang="pt-BR" sz="2400"/>
              <a:t>Compilar a foto dos sócios:</a:t>
            </a:r>
            <a:br>
              <a:rPr lang="pt-BR" sz="2400"/>
            </a:br>
            <a:r>
              <a:rPr lang="pt-BR" sz="2400"/>
              <a:t>Carlos Wayand (Founder &amp; CEO) e do </a:t>
            </a:r>
            <a:br>
              <a:rPr lang="pt-BR" sz="2400"/>
            </a:br>
            <a:r>
              <a:rPr lang="pt-BR" sz="2400"/>
              <a:t>Lucas Bittencourt (Co-Founder, COO e CPO)</a:t>
            </a:r>
            <a:endParaRPr sz="2400"/>
          </a:p>
        </p:txBody>
      </p:sp>
      <p:sp>
        <p:nvSpPr>
          <p:cNvPr id="407" name="Google Shape;407;p49"/>
          <p:cNvSpPr txBox="1"/>
          <p:nvPr>
            <p:ph type="ctrTitle"/>
          </p:nvPr>
        </p:nvSpPr>
        <p:spPr>
          <a:xfrm>
            <a:off x="4744500" y="599050"/>
            <a:ext cx="3957600" cy="4121400"/>
          </a:xfrm>
          <a:prstGeom prst="rect">
            <a:avLst/>
          </a:prstGeom>
        </p:spPr>
        <p:txBody>
          <a:bodyPr anchorCtr="0" anchor="b" bIns="91425" lIns="91425" spcFirstLastPara="1" rIns="91425" wrap="square" tIns="91425">
            <a:normAutofit fontScale="90000"/>
          </a:bodyPr>
          <a:lstStyle/>
          <a:p>
            <a:pPr indent="0" lvl="0" marL="0" rtl="0" algn="l">
              <a:lnSpc>
                <a:spcPct val="115000"/>
              </a:lnSpc>
              <a:spcBef>
                <a:spcPts val="0"/>
              </a:spcBef>
              <a:spcAft>
                <a:spcPts val="0"/>
              </a:spcAft>
              <a:buNone/>
            </a:pPr>
            <a:r>
              <a:rPr b="1" lang="pt-BR" sz="1750">
                <a:solidFill>
                  <a:srgbClr val="000000"/>
                </a:solidFill>
                <a:latin typeface="Roboto"/>
                <a:ea typeface="Roboto"/>
                <a:cs typeface="Roboto"/>
                <a:sym typeface="Roboto"/>
              </a:rPr>
              <a:t>Opção 01</a:t>
            </a:r>
            <a:br>
              <a:rPr b="1" lang="pt-BR" sz="1750">
                <a:solidFill>
                  <a:srgbClr val="000000"/>
                </a:solidFill>
                <a:latin typeface="Roboto"/>
                <a:ea typeface="Roboto"/>
                <a:cs typeface="Roboto"/>
                <a:sym typeface="Roboto"/>
              </a:rPr>
            </a:br>
            <a:r>
              <a:rPr lang="pt-BR" sz="1200">
                <a:solidFill>
                  <a:srgbClr val="000000"/>
                </a:solidFill>
                <a:latin typeface="Roboto"/>
                <a:ea typeface="Roboto"/>
                <a:cs typeface="Roboto"/>
                <a:sym typeface="Roboto"/>
              </a:rPr>
              <a:t>Nossa jornada começou em 2015, fundada por um veterano do varejo com mais de três décadas de experiência nas principais redes. Acreditamos em parcerias "ganha-ganha" ao fortalecer laços entre varejo, indústria e agências promotoras.</a:t>
            </a:r>
            <a:endParaRPr sz="1200">
              <a:solidFill>
                <a:srgbClr val="000000"/>
              </a:solidFill>
              <a:latin typeface="Roboto"/>
              <a:ea typeface="Roboto"/>
              <a:cs typeface="Roboto"/>
              <a:sym typeface="Roboto"/>
            </a:endParaRPr>
          </a:p>
          <a:p>
            <a:pPr indent="0" lvl="0" marL="0" rtl="0" algn="l">
              <a:lnSpc>
                <a:spcPct val="115000"/>
              </a:lnSpc>
              <a:spcBef>
                <a:spcPts val="1500"/>
              </a:spcBef>
              <a:spcAft>
                <a:spcPts val="0"/>
              </a:spcAft>
              <a:buNone/>
            </a:pPr>
            <a:r>
              <a:rPr lang="pt-BR" sz="1200">
                <a:solidFill>
                  <a:srgbClr val="000000"/>
                </a:solidFill>
                <a:latin typeface="Roboto"/>
                <a:ea typeface="Roboto"/>
                <a:cs typeface="Roboto"/>
                <a:sym typeface="Roboto"/>
              </a:rPr>
              <a:t>Guiados por uma visão central de eliminar a ineficiência operacional, todas as nossas soluções são moldadas. A magia acontece por meio de tecnologia analítica, oferecendo eficiência a promotores, inteligência ao controle de estoque e agilidade na redução de rupturas, impulsionando o sell-out.</a:t>
            </a:r>
            <a:endParaRPr sz="1200">
              <a:solidFill>
                <a:srgbClr val="000000"/>
              </a:solidFill>
              <a:latin typeface="Roboto"/>
              <a:ea typeface="Roboto"/>
              <a:cs typeface="Roboto"/>
              <a:sym typeface="Roboto"/>
            </a:endParaRPr>
          </a:p>
          <a:p>
            <a:pPr indent="0" lvl="0" marL="0" rtl="0" algn="l">
              <a:lnSpc>
                <a:spcPct val="115000"/>
              </a:lnSpc>
              <a:spcBef>
                <a:spcPts val="1500"/>
              </a:spcBef>
              <a:spcAft>
                <a:spcPts val="1500"/>
              </a:spcAft>
              <a:buNone/>
            </a:pPr>
            <a:r>
              <a:rPr lang="pt-BR" sz="1200">
                <a:solidFill>
                  <a:srgbClr val="000000"/>
                </a:solidFill>
                <a:latin typeface="Roboto"/>
                <a:ea typeface="Roboto"/>
                <a:cs typeface="Roboto"/>
                <a:sym typeface="Roboto"/>
              </a:rPr>
              <a:t>Nossa missão é revolucionar a última milha do processo de reposição de gôndolas, garantindo que seus produtos favoritos estejam sempre à vista nas lojas. Nós adicionamos transparência ao processo, unindo varejo, indústria e agências promotoras através da análise de dados e direcionamento operacional. Juntos, reduzimos perdas, rupturas e otimizamos mão-de-obra. Seja parte da transformação!</a:t>
            </a:r>
            <a:endParaRPr sz="1200">
              <a:latin typeface="Roboto"/>
              <a:ea typeface="Roboto"/>
              <a:cs typeface="Roboto"/>
              <a:sym typeface="Roboto"/>
            </a:endParaRPr>
          </a:p>
        </p:txBody>
      </p:sp>
      <p:sp>
        <p:nvSpPr>
          <p:cNvPr id="408" name="Google Shape;408;p49"/>
          <p:cNvSpPr/>
          <p:nvPr/>
        </p:nvSpPr>
        <p:spPr>
          <a:xfrm>
            <a:off x="-744" y="-1"/>
            <a:ext cx="9145500" cy="5279700"/>
          </a:xfrm>
          <a:prstGeom prst="rect">
            <a:avLst/>
          </a:prstGeom>
          <a:solidFill>
            <a:srgbClr val="6F05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sp>
        <p:nvSpPr>
          <p:cNvPr id="409" name="Google Shape;409;p49"/>
          <p:cNvSpPr txBox="1"/>
          <p:nvPr/>
        </p:nvSpPr>
        <p:spPr>
          <a:xfrm>
            <a:off x="4744500" y="928275"/>
            <a:ext cx="4269900" cy="4663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pt-BR" sz="1000">
                <a:solidFill>
                  <a:schemeClr val="lt1"/>
                </a:solidFill>
                <a:latin typeface="Raleway"/>
                <a:ea typeface="Raleway"/>
                <a:cs typeface="Raleway"/>
                <a:sym typeface="Raleway"/>
              </a:rPr>
              <a:t>Lorem ipsum dolor sit amet, consectetur adipiscing elit. Etiam dignissim ipsum massa, non scelerisque quam finibus nec. Class aptent taciti sociosqu ad litora torquent per conubia nostra, per inceptos himenaeos. Vivamus et tellus erat. Morbi maximus eros eu mauris fringilla fringilla. Nulla non vestibulum dui. Sed et urna ante. Praesent vitae imperdiet metus. Fusce volutpat molestie blandit. Ut id feugiat eros.</a:t>
            </a:r>
            <a:endParaRPr b="1" sz="1000">
              <a:solidFill>
                <a:schemeClr val="accent4"/>
              </a:solidFill>
              <a:latin typeface="Raleway"/>
              <a:ea typeface="Raleway"/>
              <a:cs typeface="Raleway"/>
              <a:sym typeface="Raleway"/>
            </a:endParaRPr>
          </a:p>
          <a:p>
            <a:pPr indent="0" lvl="0" marL="0" rtl="0" algn="l">
              <a:lnSpc>
                <a:spcPct val="115000"/>
              </a:lnSpc>
              <a:spcBef>
                <a:spcPts val="1500"/>
              </a:spcBef>
              <a:spcAft>
                <a:spcPts val="0"/>
              </a:spcAft>
              <a:buClr>
                <a:schemeClr val="dk1"/>
              </a:buClr>
              <a:buSzPts val="1100"/>
              <a:buFont typeface="Arial"/>
              <a:buNone/>
            </a:pPr>
            <a:r>
              <a:rPr lang="pt-BR" sz="1000">
                <a:solidFill>
                  <a:schemeClr val="lt1"/>
                </a:solidFill>
                <a:latin typeface="Raleway"/>
                <a:ea typeface="Raleway"/>
                <a:cs typeface="Raleway"/>
                <a:sym typeface="Raleway"/>
              </a:rPr>
              <a:t>Lorem ipsum dolor sit amet, consectetur adipiscing elit. Etiam dignissim ipsum massa, non scelerisque quam finibus nec. Class aptent taciti sociosqu ad litora torquent per conubia nostra, per inceptos himenaeos. </a:t>
            </a:r>
            <a:r>
              <a:rPr b="1" lang="pt-BR" sz="1000">
                <a:solidFill>
                  <a:srgbClr val="F46901"/>
                </a:solidFill>
                <a:latin typeface="Raleway"/>
                <a:ea typeface="Raleway"/>
                <a:cs typeface="Raleway"/>
                <a:sym typeface="Raleway"/>
              </a:rPr>
              <a:t>Vivamus et tellus erat. Morbi maximus eros eu mauris fringilla fringilla. Nulla non vestibulum dui. Sed et urna ante. Praesent vitae imperdiet metus. Fusce volutpat molestie blandit. Ut id feugiat eros</a:t>
            </a:r>
            <a:r>
              <a:rPr b="1" lang="pt-BR" sz="1000">
                <a:solidFill>
                  <a:srgbClr val="F46915"/>
                </a:solidFill>
                <a:latin typeface="Raleway"/>
                <a:ea typeface="Raleway"/>
                <a:cs typeface="Raleway"/>
                <a:sym typeface="Raleway"/>
              </a:rPr>
              <a:t>.</a:t>
            </a:r>
            <a:endParaRPr b="1" sz="1000">
              <a:solidFill>
                <a:srgbClr val="F46915"/>
              </a:solidFill>
              <a:latin typeface="Raleway"/>
              <a:ea typeface="Raleway"/>
              <a:cs typeface="Raleway"/>
              <a:sym typeface="Raleway"/>
            </a:endParaRPr>
          </a:p>
          <a:p>
            <a:pPr indent="0" lvl="0" marL="0" rtl="0" algn="l">
              <a:lnSpc>
                <a:spcPct val="115000"/>
              </a:lnSpc>
              <a:spcBef>
                <a:spcPts val="1500"/>
              </a:spcBef>
              <a:spcAft>
                <a:spcPts val="0"/>
              </a:spcAft>
              <a:buClr>
                <a:schemeClr val="dk1"/>
              </a:buClr>
              <a:buSzPts val="1100"/>
              <a:buFont typeface="Arial"/>
              <a:buNone/>
            </a:pPr>
            <a:r>
              <a:rPr lang="pt-BR" sz="1000">
                <a:solidFill>
                  <a:schemeClr val="lt1"/>
                </a:solidFill>
                <a:latin typeface="Raleway"/>
                <a:ea typeface="Raleway"/>
                <a:cs typeface="Raleway"/>
                <a:sym typeface="Raleway"/>
              </a:rPr>
              <a:t>Lorem ipsum dolor sit amet, consectetur adipiscing elit. Etiam dignissim ipsum massa, non scelerisque quam finibus nec. Class aptent taciti sociosqu ad litora torquent per conubia nostra, per inceptos himenaeos. Vivamus et tellus erat. Morbi maximus eros eu mauris fringilla fringilla. Nulla non vestibulum dui. Sed et urna ante. Praesent vitae imperdiet metus. Fusce volutpat molestie blandit. Ut id feugiat eros.</a:t>
            </a:r>
            <a:endParaRPr sz="1000">
              <a:solidFill>
                <a:schemeClr val="lt1"/>
              </a:solidFill>
              <a:latin typeface="Raleway"/>
              <a:ea typeface="Raleway"/>
              <a:cs typeface="Raleway"/>
              <a:sym typeface="Raleway"/>
            </a:endParaRPr>
          </a:p>
          <a:p>
            <a:pPr indent="0" lvl="0" marL="0" rtl="0" algn="l">
              <a:spcBef>
                <a:spcPts val="1500"/>
              </a:spcBef>
              <a:spcAft>
                <a:spcPts val="0"/>
              </a:spcAft>
              <a:buNone/>
            </a:pPr>
            <a:r>
              <a:t/>
            </a:r>
            <a:endParaRPr sz="1200">
              <a:solidFill>
                <a:schemeClr val="lt1"/>
              </a:solidFill>
              <a:latin typeface="Raleway"/>
              <a:ea typeface="Raleway"/>
              <a:cs typeface="Raleway"/>
              <a:sym typeface="Raleway"/>
            </a:endParaRPr>
          </a:p>
        </p:txBody>
      </p:sp>
      <p:sp>
        <p:nvSpPr>
          <p:cNvPr id="410" name="Google Shape;410;p49"/>
          <p:cNvSpPr/>
          <p:nvPr/>
        </p:nvSpPr>
        <p:spPr>
          <a:xfrm>
            <a:off x="355625" y="749625"/>
            <a:ext cx="2585100" cy="2585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49"/>
          <p:cNvSpPr/>
          <p:nvPr/>
        </p:nvSpPr>
        <p:spPr>
          <a:xfrm>
            <a:off x="1625000" y="1944975"/>
            <a:ext cx="2585100" cy="2585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12" name="Google Shape;412;p49"/>
          <p:cNvPicPr preferRelativeResize="0"/>
          <p:nvPr/>
        </p:nvPicPr>
        <p:blipFill>
          <a:blip r:embed="rId3">
            <a:alphaModFix amt="20000"/>
          </a:blip>
          <a:stretch>
            <a:fillRect/>
          </a:stretch>
        </p:blipFill>
        <p:spPr>
          <a:xfrm flipH="1">
            <a:off x="3926475" y="749625"/>
            <a:ext cx="599475" cy="599475"/>
          </a:xfrm>
          <a:prstGeom prst="rect">
            <a:avLst/>
          </a:prstGeom>
          <a:noFill/>
          <a:ln>
            <a:noFill/>
          </a:ln>
        </p:spPr>
      </p:pic>
      <p:sp>
        <p:nvSpPr>
          <p:cNvPr id="413" name="Google Shape;413;p49"/>
          <p:cNvSpPr txBox="1"/>
          <p:nvPr/>
        </p:nvSpPr>
        <p:spPr>
          <a:xfrm>
            <a:off x="161450" y="219300"/>
            <a:ext cx="383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chemeClr val="lt1"/>
                </a:solidFill>
                <a:latin typeface="Raleway Black"/>
                <a:ea typeface="Raleway Black"/>
                <a:cs typeface="Raleway Black"/>
                <a:sym typeface="Raleway Black"/>
              </a:rPr>
              <a:t>3</a:t>
            </a:r>
            <a:endParaRPr>
              <a:solidFill>
                <a:schemeClr val="lt1"/>
              </a:solidFill>
              <a:latin typeface="Raleway Black"/>
              <a:ea typeface="Raleway Black"/>
              <a:cs typeface="Raleway Black"/>
              <a:sym typeface="Raleway Black"/>
            </a:endParaRPr>
          </a:p>
        </p:txBody>
      </p:sp>
      <p:sp>
        <p:nvSpPr>
          <p:cNvPr id="414" name="Google Shape;414;p49"/>
          <p:cNvSpPr txBox="1"/>
          <p:nvPr/>
        </p:nvSpPr>
        <p:spPr>
          <a:xfrm>
            <a:off x="4841400" y="263875"/>
            <a:ext cx="38607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pt-BR">
                <a:solidFill>
                  <a:schemeClr val="lt1"/>
                </a:solidFill>
                <a:latin typeface="Raleway"/>
                <a:ea typeface="Raleway"/>
                <a:cs typeface="Raleway"/>
                <a:sym typeface="Raleway"/>
              </a:rPr>
              <a:t>Tema</a:t>
            </a:r>
            <a:endParaRPr>
              <a:solidFill>
                <a:schemeClr val="lt1"/>
              </a:solidFill>
              <a:latin typeface="Raleway"/>
              <a:ea typeface="Raleway"/>
              <a:cs typeface="Raleway"/>
              <a:sym typeface="Raleway"/>
            </a:endParaRPr>
          </a:p>
        </p:txBody>
      </p:sp>
      <p:sp>
        <p:nvSpPr>
          <p:cNvPr id="415" name="Google Shape;415;p49"/>
          <p:cNvSpPr/>
          <p:nvPr/>
        </p:nvSpPr>
        <p:spPr>
          <a:xfrm>
            <a:off x="7816875" y="709575"/>
            <a:ext cx="1506600" cy="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16" name="Google Shape;416;p49"/>
          <p:cNvPicPr preferRelativeResize="0"/>
          <p:nvPr/>
        </p:nvPicPr>
        <p:blipFill rotWithShape="1">
          <a:blip r:embed="rId4">
            <a:alphaModFix/>
          </a:blip>
          <a:srcRect b="0" l="0" r="35947" t="0"/>
          <a:stretch/>
        </p:blipFill>
        <p:spPr>
          <a:xfrm>
            <a:off x="265400" y="4700000"/>
            <a:ext cx="1359599" cy="400200"/>
          </a:xfrm>
          <a:prstGeom prst="rect">
            <a:avLst/>
          </a:prstGeom>
          <a:noFill/>
          <a:ln>
            <a:noFill/>
          </a:ln>
          <a:effectLst>
            <a:outerShdw blurRad="71438" rotWithShape="0" algn="bl" dir="5400000" dist="38100">
              <a:srgbClr val="000000">
                <a:alpha val="47450"/>
              </a:srgbClr>
            </a:outerShdw>
          </a:effectLst>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422" name="Google Shape;422;p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423" name="Google Shape;423;p50"/>
          <p:cNvSpPr/>
          <p:nvPr/>
        </p:nvSpPr>
        <p:spPr>
          <a:xfrm>
            <a:off x="1950" y="0"/>
            <a:ext cx="9140100" cy="5143500"/>
          </a:xfrm>
          <a:prstGeom prst="roundRect">
            <a:avLst>
              <a:gd fmla="val -17778" name="adj"/>
            </a:avLst>
          </a:prstGeom>
          <a:solidFill>
            <a:schemeClr val="dk1"/>
          </a:solidFill>
          <a:ln>
            <a:noFill/>
          </a:ln>
        </p:spPr>
        <p:txBody>
          <a:bodyPr anchorCtr="0" anchor="ctr" bIns="607200" lIns="507775" spcFirstLastPara="1" rIns="507775" wrap="square" tIns="607200">
            <a:noAutofit/>
          </a:bodyPr>
          <a:lstStyle/>
          <a:p>
            <a:pPr indent="0" lvl="0" marL="0" marR="0" rtl="0" algn="ctr">
              <a:lnSpc>
                <a:spcPct val="160000"/>
              </a:lnSpc>
              <a:spcBef>
                <a:spcPts val="0"/>
              </a:spcBef>
              <a:spcAft>
                <a:spcPts val="0"/>
              </a:spcAft>
              <a:buNone/>
            </a:pPr>
            <a:r>
              <a:t/>
            </a:r>
            <a:endParaRPr b="0" i="0" sz="900" u="none" cap="none" strike="noStrike">
              <a:solidFill>
                <a:srgbClr val="000000"/>
              </a:solidFill>
              <a:latin typeface="Calibri"/>
              <a:ea typeface="Calibri"/>
              <a:cs typeface="Calibri"/>
              <a:sym typeface="Calibri"/>
            </a:endParaRPr>
          </a:p>
        </p:txBody>
      </p:sp>
      <p:sp>
        <p:nvSpPr>
          <p:cNvPr id="424" name="Google Shape;424;p50"/>
          <p:cNvSpPr/>
          <p:nvPr/>
        </p:nvSpPr>
        <p:spPr>
          <a:xfrm>
            <a:off x="600975" y="1498500"/>
            <a:ext cx="5052600" cy="1807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lang="pt-BR" sz="5100">
                <a:solidFill>
                  <a:srgbClr val="F7F9FA"/>
                </a:solidFill>
                <a:latin typeface="Raleway Black"/>
                <a:ea typeface="Raleway Black"/>
                <a:cs typeface="Raleway Black"/>
                <a:sym typeface="Raleway Black"/>
              </a:rPr>
              <a:t>Modelos vazios para Explicar tópicos</a:t>
            </a:r>
            <a:endParaRPr i="0" sz="2850" u="none" cap="none" strike="noStrike">
              <a:solidFill>
                <a:srgbClr val="000000"/>
              </a:solidFill>
              <a:latin typeface="Raleway Black"/>
              <a:ea typeface="Raleway Black"/>
              <a:cs typeface="Raleway Black"/>
              <a:sym typeface="Raleway Black"/>
            </a:endParaRPr>
          </a:p>
        </p:txBody>
      </p:sp>
      <p:sp>
        <p:nvSpPr>
          <p:cNvPr id="425" name="Google Shape;425;p50"/>
          <p:cNvSpPr/>
          <p:nvPr/>
        </p:nvSpPr>
        <p:spPr>
          <a:xfrm>
            <a:off x="648000" y="3351375"/>
            <a:ext cx="3574200" cy="62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6" name="Google Shape;426;p50"/>
          <p:cNvPicPr preferRelativeResize="0"/>
          <p:nvPr/>
        </p:nvPicPr>
        <p:blipFill>
          <a:blip r:embed="rId3">
            <a:alphaModFix/>
          </a:blip>
          <a:stretch>
            <a:fillRect/>
          </a:stretch>
        </p:blipFill>
        <p:spPr>
          <a:xfrm>
            <a:off x="-283502" y="-58275"/>
            <a:ext cx="729000" cy="729025"/>
          </a:xfrm>
          <a:prstGeom prst="rect">
            <a:avLst/>
          </a:prstGeom>
          <a:noFill/>
          <a:ln>
            <a:noFill/>
          </a:ln>
        </p:spPr>
      </p:pic>
      <p:pic>
        <p:nvPicPr>
          <p:cNvPr id="427" name="Google Shape;427;p50"/>
          <p:cNvPicPr preferRelativeResize="0"/>
          <p:nvPr/>
        </p:nvPicPr>
        <p:blipFill>
          <a:blip r:embed="rId4">
            <a:alphaModFix amt="35000"/>
          </a:blip>
          <a:stretch>
            <a:fillRect/>
          </a:stretch>
        </p:blipFill>
        <p:spPr>
          <a:xfrm>
            <a:off x="5714375" y="522000"/>
            <a:ext cx="4016249" cy="4016249"/>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51"/>
          <p:cNvSpPr txBox="1"/>
          <p:nvPr/>
        </p:nvSpPr>
        <p:spPr>
          <a:xfrm>
            <a:off x="4039275" y="1667123"/>
            <a:ext cx="2211900" cy="531000"/>
          </a:xfrm>
          <a:prstGeom prst="rect">
            <a:avLst/>
          </a:prstGeom>
          <a:noFill/>
          <a:ln>
            <a:noFill/>
          </a:ln>
        </p:spPr>
        <p:txBody>
          <a:bodyPr anchorCtr="0" anchor="t" bIns="34275" lIns="68575" spcFirstLastPara="1" rIns="68575" wrap="square" tIns="34275">
            <a:spAutoFit/>
          </a:bodyPr>
          <a:lstStyle/>
          <a:p>
            <a:pPr indent="-222250" lvl="0" marL="215900" marR="0" rtl="0" algn="l">
              <a:spcBef>
                <a:spcPts val="0"/>
              </a:spcBef>
              <a:spcAft>
                <a:spcPts val="0"/>
              </a:spcAft>
              <a:buClr>
                <a:srgbClr val="6F05D4"/>
              </a:buClr>
              <a:buSzPts val="1500"/>
              <a:buFont typeface="Roboto"/>
              <a:buChar char="✔"/>
            </a:pPr>
            <a:r>
              <a:rPr lang="pt-BR" sz="1500">
                <a:solidFill>
                  <a:schemeClr val="dk2"/>
                </a:solidFill>
                <a:latin typeface="Roboto"/>
                <a:ea typeface="Roboto"/>
                <a:cs typeface="Roboto"/>
                <a:sym typeface="Roboto"/>
              </a:rPr>
              <a:t>Lorem ipsum dolor sit amet, </a:t>
            </a:r>
            <a:endParaRPr sz="1200">
              <a:solidFill>
                <a:schemeClr val="dk2"/>
              </a:solidFill>
              <a:latin typeface="Roboto"/>
              <a:ea typeface="Roboto"/>
              <a:cs typeface="Roboto"/>
              <a:sym typeface="Roboto"/>
            </a:endParaRPr>
          </a:p>
        </p:txBody>
      </p:sp>
      <p:sp>
        <p:nvSpPr>
          <p:cNvPr id="434" name="Google Shape;434;p51"/>
          <p:cNvSpPr txBox="1"/>
          <p:nvPr/>
        </p:nvSpPr>
        <p:spPr>
          <a:xfrm>
            <a:off x="4037700" y="2509481"/>
            <a:ext cx="2337900" cy="531000"/>
          </a:xfrm>
          <a:prstGeom prst="rect">
            <a:avLst/>
          </a:prstGeom>
          <a:noFill/>
          <a:ln>
            <a:noFill/>
          </a:ln>
        </p:spPr>
        <p:txBody>
          <a:bodyPr anchorCtr="0" anchor="t" bIns="34275" lIns="68575" spcFirstLastPara="1" rIns="68575" wrap="square" tIns="34275">
            <a:spAutoFit/>
          </a:bodyPr>
          <a:lstStyle/>
          <a:p>
            <a:pPr indent="-222250" lvl="0" marL="215900" marR="0" rtl="0" algn="l">
              <a:spcBef>
                <a:spcPts val="0"/>
              </a:spcBef>
              <a:spcAft>
                <a:spcPts val="0"/>
              </a:spcAft>
              <a:buClr>
                <a:srgbClr val="6F05D4"/>
              </a:buClr>
              <a:buSzPts val="1500"/>
              <a:buFont typeface="Roboto"/>
              <a:buChar char="✔"/>
            </a:pPr>
            <a:r>
              <a:rPr lang="pt-BR" sz="1500">
                <a:solidFill>
                  <a:schemeClr val="dk2"/>
                </a:solidFill>
                <a:latin typeface="Roboto"/>
                <a:ea typeface="Roboto"/>
                <a:cs typeface="Roboto"/>
                <a:sym typeface="Roboto"/>
              </a:rPr>
              <a:t>Lorem ipsum dolor sit amet, </a:t>
            </a:r>
            <a:endParaRPr sz="1500">
              <a:solidFill>
                <a:schemeClr val="dk2"/>
              </a:solidFill>
              <a:latin typeface="Roboto"/>
              <a:ea typeface="Roboto"/>
              <a:cs typeface="Roboto"/>
              <a:sym typeface="Roboto"/>
            </a:endParaRPr>
          </a:p>
        </p:txBody>
      </p:sp>
      <p:sp>
        <p:nvSpPr>
          <p:cNvPr id="435" name="Google Shape;435;p51"/>
          <p:cNvSpPr txBox="1"/>
          <p:nvPr/>
        </p:nvSpPr>
        <p:spPr>
          <a:xfrm>
            <a:off x="3976275" y="3384450"/>
            <a:ext cx="2337900" cy="762000"/>
          </a:xfrm>
          <a:prstGeom prst="rect">
            <a:avLst/>
          </a:prstGeom>
          <a:noFill/>
          <a:ln>
            <a:noFill/>
          </a:ln>
        </p:spPr>
        <p:txBody>
          <a:bodyPr anchorCtr="0" anchor="t" bIns="34275" lIns="68575" spcFirstLastPara="1" rIns="68575" wrap="square" tIns="34275">
            <a:spAutoFit/>
          </a:bodyPr>
          <a:lstStyle/>
          <a:p>
            <a:pPr indent="-260350" lvl="0" marL="342900" rtl="0" algn="l">
              <a:spcBef>
                <a:spcPts val="0"/>
              </a:spcBef>
              <a:spcAft>
                <a:spcPts val="0"/>
              </a:spcAft>
              <a:buClr>
                <a:srgbClr val="6F05D4"/>
              </a:buClr>
              <a:buSzPts val="1500"/>
              <a:buFont typeface="Roboto"/>
              <a:buChar char="✔"/>
            </a:pPr>
            <a:r>
              <a:rPr lang="pt-BR" sz="1500">
                <a:solidFill>
                  <a:schemeClr val="dk2"/>
                </a:solidFill>
                <a:latin typeface="Roboto"/>
                <a:ea typeface="Roboto"/>
                <a:cs typeface="Roboto"/>
                <a:sym typeface="Roboto"/>
              </a:rPr>
              <a:t>Lorem ipsum dolor sit amet, consectetur adipiscing elit. </a:t>
            </a:r>
            <a:endParaRPr sz="1500">
              <a:solidFill>
                <a:schemeClr val="dk2"/>
              </a:solidFill>
              <a:latin typeface="Roboto"/>
              <a:ea typeface="Roboto"/>
              <a:cs typeface="Roboto"/>
              <a:sym typeface="Roboto"/>
            </a:endParaRPr>
          </a:p>
        </p:txBody>
      </p:sp>
      <p:sp>
        <p:nvSpPr>
          <p:cNvPr id="436" name="Google Shape;436;p51"/>
          <p:cNvSpPr txBox="1"/>
          <p:nvPr/>
        </p:nvSpPr>
        <p:spPr>
          <a:xfrm>
            <a:off x="6375675" y="1578647"/>
            <a:ext cx="2829900" cy="1223700"/>
          </a:xfrm>
          <a:prstGeom prst="rect">
            <a:avLst/>
          </a:prstGeom>
          <a:noFill/>
          <a:ln>
            <a:noFill/>
          </a:ln>
        </p:spPr>
        <p:txBody>
          <a:bodyPr anchorCtr="0" anchor="t" bIns="34275" lIns="68575" spcFirstLastPara="1" rIns="68575" wrap="square" tIns="34275">
            <a:spAutoFit/>
          </a:bodyPr>
          <a:lstStyle/>
          <a:p>
            <a:pPr indent="-222250" lvl="0" marL="215900" marR="0" rtl="0" algn="l">
              <a:spcBef>
                <a:spcPts val="0"/>
              </a:spcBef>
              <a:spcAft>
                <a:spcPts val="0"/>
              </a:spcAft>
              <a:buClr>
                <a:srgbClr val="6F05D4"/>
              </a:buClr>
              <a:buSzPts val="1500"/>
              <a:buFont typeface="Roboto"/>
              <a:buChar char="✔"/>
            </a:pPr>
            <a:r>
              <a:rPr lang="pt-BR" sz="1500">
                <a:solidFill>
                  <a:schemeClr val="dk2"/>
                </a:solidFill>
                <a:latin typeface="Roboto"/>
                <a:ea typeface="Roboto"/>
                <a:cs typeface="Roboto"/>
                <a:sym typeface="Roboto"/>
              </a:rPr>
              <a:t>Lorem ipsum dolor sit amet, consectetur adipiscing elit. Etiam sed metus eget mi fringilla auctor sit amet eu felis.</a:t>
            </a:r>
            <a:endParaRPr sz="1500">
              <a:solidFill>
                <a:schemeClr val="dk2"/>
              </a:solidFill>
              <a:latin typeface="Roboto"/>
              <a:ea typeface="Roboto"/>
              <a:cs typeface="Roboto"/>
              <a:sym typeface="Roboto"/>
            </a:endParaRPr>
          </a:p>
        </p:txBody>
      </p:sp>
      <p:sp>
        <p:nvSpPr>
          <p:cNvPr id="437" name="Google Shape;437;p51"/>
          <p:cNvSpPr txBox="1"/>
          <p:nvPr/>
        </p:nvSpPr>
        <p:spPr>
          <a:xfrm>
            <a:off x="6375675" y="2955788"/>
            <a:ext cx="2660700" cy="1223700"/>
          </a:xfrm>
          <a:prstGeom prst="rect">
            <a:avLst/>
          </a:prstGeom>
          <a:noFill/>
          <a:ln>
            <a:noFill/>
          </a:ln>
        </p:spPr>
        <p:txBody>
          <a:bodyPr anchorCtr="0" anchor="t" bIns="34275" lIns="68575" spcFirstLastPara="1" rIns="68575" wrap="square" tIns="34275">
            <a:spAutoFit/>
          </a:bodyPr>
          <a:lstStyle/>
          <a:p>
            <a:pPr indent="-222250" lvl="0" marL="215900" marR="0" rtl="0" algn="l">
              <a:spcBef>
                <a:spcPts val="0"/>
              </a:spcBef>
              <a:spcAft>
                <a:spcPts val="0"/>
              </a:spcAft>
              <a:buClr>
                <a:srgbClr val="6F05D4"/>
              </a:buClr>
              <a:buSzPts val="1500"/>
              <a:buFont typeface="Roboto"/>
              <a:buChar char="✔"/>
            </a:pPr>
            <a:r>
              <a:rPr lang="pt-BR" sz="1500">
                <a:solidFill>
                  <a:schemeClr val="dk2"/>
                </a:solidFill>
                <a:latin typeface="Roboto"/>
                <a:ea typeface="Roboto"/>
                <a:cs typeface="Roboto"/>
                <a:sym typeface="Roboto"/>
              </a:rPr>
              <a:t>Lorem ipsum dolor sit amet, consectetur adipiscing elit. Etiam sed metus eget mi fringilla auctor sit amet eu felis.</a:t>
            </a:r>
            <a:endParaRPr sz="1500">
              <a:solidFill>
                <a:schemeClr val="dk2"/>
              </a:solidFill>
              <a:latin typeface="Roboto"/>
              <a:ea typeface="Roboto"/>
              <a:cs typeface="Roboto"/>
              <a:sym typeface="Roboto"/>
            </a:endParaRPr>
          </a:p>
        </p:txBody>
      </p:sp>
      <p:sp>
        <p:nvSpPr>
          <p:cNvPr id="438" name="Google Shape;438;p51"/>
          <p:cNvSpPr/>
          <p:nvPr/>
        </p:nvSpPr>
        <p:spPr>
          <a:xfrm>
            <a:off x="-58725" y="0"/>
            <a:ext cx="9144000" cy="755700"/>
          </a:xfrm>
          <a:prstGeom prst="rect">
            <a:avLst/>
          </a:prstGeom>
          <a:solidFill>
            <a:srgbClr val="7411D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800"/>
              <a:buFont typeface="Arial"/>
              <a:buNone/>
            </a:pPr>
            <a:r>
              <a:t/>
            </a:r>
            <a:endParaRPr b="0" i="0" sz="800" u="none" cap="none" strike="noStrike">
              <a:solidFill>
                <a:schemeClr val="lt1"/>
              </a:solidFill>
              <a:latin typeface="Arial"/>
              <a:ea typeface="Arial"/>
              <a:cs typeface="Arial"/>
              <a:sym typeface="Arial"/>
            </a:endParaRPr>
          </a:p>
        </p:txBody>
      </p:sp>
      <p:sp>
        <p:nvSpPr>
          <p:cNvPr id="439" name="Google Shape;439;p51"/>
          <p:cNvSpPr txBox="1"/>
          <p:nvPr>
            <p:ph type="ctrTitle"/>
          </p:nvPr>
        </p:nvSpPr>
        <p:spPr>
          <a:xfrm>
            <a:off x="1084025" y="1125625"/>
            <a:ext cx="1501800" cy="541500"/>
          </a:xfrm>
          <a:prstGeom prst="rect">
            <a:avLst/>
          </a:prstGeom>
          <a:solidFill>
            <a:srgbClr val="7411D7"/>
          </a:solidFill>
          <a:ln>
            <a:noFill/>
          </a:ln>
        </p:spPr>
        <p:txBody>
          <a:bodyPr anchorCtr="0" anchor="b" bIns="91425" lIns="91425" spcFirstLastPara="1" rIns="91425" wrap="square" tIns="91425">
            <a:normAutofit fontScale="90000"/>
          </a:bodyPr>
          <a:lstStyle/>
          <a:p>
            <a:pPr indent="0" lvl="0" marL="0" rtl="0" algn="l">
              <a:lnSpc>
                <a:spcPct val="100000"/>
              </a:lnSpc>
              <a:spcBef>
                <a:spcPts val="0"/>
              </a:spcBef>
              <a:spcAft>
                <a:spcPts val="0"/>
              </a:spcAft>
              <a:buSzPct val="85714"/>
              <a:buFont typeface="Roboto"/>
              <a:buNone/>
            </a:pPr>
            <a:r>
              <a:rPr lang="pt-BR" sz="2100">
                <a:solidFill>
                  <a:schemeClr val="lt1"/>
                </a:solidFill>
                <a:latin typeface="Raleway Black"/>
                <a:ea typeface="Raleway Black"/>
                <a:cs typeface="Raleway Black"/>
                <a:sym typeface="Raleway Black"/>
              </a:rPr>
              <a:t>lorem ipsum</a:t>
            </a:r>
            <a:endParaRPr sz="2100">
              <a:solidFill>
                <a:schemeClr val="lt1"/>
              </a:solidFill>
              <a:latin typeface="Raleway Black"/>
              <a:ea typeface="Raleway Black"/>
              <a:cs typeface="Raleway Black"/>
              <a:sym typeface="Raleway Black"/>
            </a:endParaRPr>
          </a:p>
        </p:txBody>
      </p:sp>
      <p:sp>
        <p:nvSpPr>
          <p:cNvPr id="440" name="Google Shape;440;p51"/>
          <p:cNvSpPr txBox="1"/>
          <p:nvPr/>
        </p:nvSpPr>
        <p:spPr>
          <a:xfrm>
            <a:off x="414000" y="1578650"/>
            <a:ext cx="3178500" cy="2955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lang="pt-BR" sz="1500">
                <a:solidFill>
                  <a:schemeClr val="dk2"/>
                </a:solidFill>
                <a:latin typeface="Raleway SemiBold"/>
                <a:ea typeface="Raleway SemiBold"/>
                <a:cs typeface="Raleway SemiBold"/>
                <a:sym typeface="Raleway SemiBold"/>
              </a:rPr>
              <a:t>Lorem ipsum dolor sit amet, consectetur adipiscing elit. Etiam sed metus eget mi fringilla auctor sit amet eu felis. Pellentesque habitant morbi tristique senectus et netus et malesuada fames ac turpis egestas. Integer at eros velit. Vivamus suscipit tellus et lectus faucibus, id aliquam felis eleifend. In hac habitasse platea dictumst.</a:t>
            </a:r>
            <a:endParaRPr b="1" i="0" sz="1300" u="none" cap="none" strike="noStrike">
              <a:solidFill>
                <a:schemeClr val="dk1"/>
              </a:solidFill>
              <a:latin typeface="Raleway"/>
              <a:ea typeface="Raleway"/>
              <a:cs typeface="Raleway"/>
              <a:sym typeface="Raleway"/>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446" name="Google Shape;446;p5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447" name="Google Shape;447;p52"/>
          <p:cNvSpPr/>
          <p:nvPr/>
        </p:nvSpPr>
        <p:spPr>
          <a:xfrm>
            <a:off x="1950" y="0"/>
            <a:ext cx="9140100" cy="5143500"/>
          </a:xfrm>
          <a:prstGeom prst="roundRect">
            <a:avLst>
              <a:gd fmla="val -17778" name="adj"/>
            </a:avLst>
          </a:prstGeom>
          <a:solidFill>
            <a:schemeClr val="dk1"/>
          </a:solidFill>
          <a:ln>
            <a:noFill/>
          </a:ln>
        </p:spPr>
        <p:txBody>
          <a:bodyPr anchorCtr="0" anchor="ctr" bIns="607200" lIns="507775" spcFirstLastPara="1" rIns="507775" wrap="square" tIns="607200">
            <a:noAutofit/>
          </a:bodyPr>
          <a:lstStyle/>
          <a:p>
            <a:pPr indent="0" lvl="0" marL="0" marR="0" rtl="0" algn="ctr">
              <a:lnSpc>
                <a:spcPct val="160000"/>
              </a:lnSpc>
              <a:spcBef>
                <a:spcPts val="0"/>
              </a:spcBef>
              <a:spcAft>
                <a:spcPts val="0"/>
              </a:spcAft>
              <a:buNone/>
            </a:pPr>
            <a:r>
              <a:t/>
            </a:r>
            <a:endParaRPr b="0" i="0" sz="900" u="none" cap="none" strike="noStrike">
              <a:solidFill>
                <a:srgbClr val="000000"/>
              </a:solidFill>
              <a:latin typeface="Calibri"/>
              <a:ea typeface="Calibri"/>
              <a:cs typeface="Calibri"/>
              <a:sym typeface="Calibri"/>
            </a:endParaRPr>
          </a:p>
        </p:txBody>
      </p:sp>
      <p:sp>
        <p:nvSpPr>
          <p:cNvPr id="448" name="Google Shape;448;p52"/>
          <p:cNvSpPr/>
          <p:nvPr/>
        </p:nvSpPr>
        <p:spPr>
          <a:xfrm>
            <a:off x="600975" y="1498500"/>
            <a:ext cx="5052600" cy="1807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lang="pt-BR" sz="5100">
                <a:solidFill>
                  <a:srgbClr val="F7F9FA"/>
                </a:solidFill>
                <a:latin typeface="Raleway Black"/>
                <a:ea typeface="Raleway Black"/>
                <a:cs typeface="Raleway Black"/>
                <a:sym typeface="Raleway Black"/>
              </a:rPr>
              <a:t>Modelos vazios para colocar imagens</a:t>
            </a:r>
            <a:endParaRPr i="0" sz="2850" u="none" cap="none" strike="noStrike">
              <a:solidFill>
                <a:srgbClr val="000000"/>
              </a:solidFill>
              <a:latin typeface="Raleway Black"/>
              <a:ea typeface="Raleway Black"/>
              <a:cs typeface="Raleway Black"/>
              <a:sym typeface="Raleway Black"/>
            </a:endParaRPr>
          </a:p>
        </p:txBody>
      </p:sp>
      <p:sp>
        <p:nvSpPr>
          <p:cNvPr id="449" name="Google Shape;449;p52"/>
          <p:cNvSpPr/>
          <p:nvPr/>
        </p:nvSpPr>
        <p:spPr>
          <a:xfrm>
            <a:off x="648000" y="3351375"/>
            <a:ext cx="3574200" cy="62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50" name="Google Shape;450;p52"/>
          <p:cNvPicPr preferRelativeResize="0"/>
          <p:nvPr/>
        </p:nvPicPr>
        <p:blipFill>
          <a:blip r:embed="rId3">
            <a:alphaModFix/>
          </a:blip>
          <a:stretch>
            <a:fillRect/>
          </a:stretch>
        </p:blipFill>
        <p:spPr>
          <a:xfrm>
            <a:off x="-283502" y="-58275"/>
            <a:ext cx="729000" cy="729025"/>
          </a:xfrm>
          <a:prstGeom prst="rect">
            <a:avLst/>
          </a:prstGeom>
          <a:noFill/>
          <a:ln>
            <a:noFill/>
          </a:ln>
        </p:spPr>
      </p:pic>
      <p:pic>
        <p:nvPicPr>
          <p:cNvPr id="451" name="Google Shape;451;p52"/>
          <p:cNvPicPr preferRelativeResize="0"/>
          <p:nvPr/>
        </p:nvPicPr>
        <p:blipFill>
          <a:blip r:embed="rId4">
            <a:alphaModFix amt="35000"/>
          </a:blip>
          <a:stretch>
            <a:fillRect/>
          </a:stretch>
        </p:blipFill>
        <p:spPr>
          <a:xfrm>
            <a:off x="5586700" y="522000"/>
            <a:ext cx="4016249" cy="4016249"/>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5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457" name="Google Shape;457;p5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
        <p:nvSpPr>
          <p:cNvPr id="458" name="Google Shape;458;p53"/>
          <p:cNvSpPr/>
          <p:nvPr/>
        </p:nvSpPr>
        <p:spPr>
          <a:xfrm>
            <a:off x="-744" y="-1"/>
            <a:ext cx="9145500" cy="5279700"/>
          </a:xfrm>
          <a:prstGeom prst="rect">
            <a:avLst/>
          </a:prstGeom>
          <a:solidFill>
            <a:srgbClr val="6F05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sp>
        <p:nvSpPr>
          <p:cNvPr id="459" name="Google Shape;459;p53"/>
          <p:cNvSpPr/>
          <p:nvPr/>
        </p:nvSpPr>
        <p:spPr>
          <a:xfrm>
            <a:off x="-1587675" y="834400"/>
            <a:ext cx="4323300" cy="2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53"/>
          <p:cNvSpPr txBox="1"/>
          <p:nvPr/>
        </p:nvSpPr>
        <p:spPr>
          <a:xfrm>
            <a:off x="1674925" y="228225"/>
            <a:ext cx="51345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300">
                <a:solidFill>
                  <a:schemeClr val="lt1"/>
                </a:solidFill>
                <a:latin typeface="Raleway"/>
                <a:ea typeface="Raleway"/>
                <a:cs typeface="Raleway"/>
                <a:sym typeface="Raleway"/>
              </a:rPr>
              <a:t>Lorem ipsum dolor sit amet,</a:t>
            </a:r>
            <a:endParaRPr sz="2300">
              <a:solidFill>
                <a:schemeClr val="lt1"/>
              </a:solidFill>
              <a:latin typeface="Raleway"/>
              <a:ea typeface="Raleway"/>
              <a:cs typeface="Raleway"/>
              <a:sym typeface="Raleway"/>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54"/>
          <p:cNvSpPr/>
          <p:nvPr/>
        </p:nvSpPr>
        <p:spPr>
          <a:xfrm>
            <a:off x="0" y="0"/>
            <a:ext cx="9144000" cy="755700"/>
          </a:xfrm>
          <a:prstGeom prst="rect">
            <a:avLst/>
          </a:prstGeom>
          <a:solidFill>
            <a:srgbClr val="7411D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800"/>
              <a:buFont typeface="Arial"/>
              <a:buNone/>
            </a:pPr>
            <a:r>
              <a:t/>
            </a:r>
            <a:endParaRPr b="0" i="0" sz="800" u="none" cap="none" strike="noStrike">
              <a:solidFill>
                <a:schemeClr val="lt1"/>
              </a:solidFill>
              <a:latin typeface="Arial"/>
              <a:ea typeface="Arial"/>
              <a:cs typeface="Arial"/>
              <a:sym typeface="Arial"/>
            </a:endParaRPr>
          </a:p>
        </p:txBody>
      </p:sp>
      <p:sp>
        <p:nvSpPr>
          <p:cNvPr id="467" name="Google Shape;467;p54"/>
          <p:cNvSpPr txBox="1"/>
          <p:nvPr>
            <p:ph type="ctrTitle"/>
          </p:nvPr>
        </p:nvSpPr>
        <p:spPr>
          <a:xfrm>
            <a:off x="109350" y="107175"/>
            <a:ext cx="9034500" cy="541500"/>
          </a:xfrm>
          <a:prstGeom prst="rect">
            <a:avLst/>
          </a:prstGeom>
          <a:solidFill>
            <a:srgbClr val="7411D7"/>
          </a:solid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1800"/>
              <a:buFont typeface="Roboto"/>
              <a:buNone/>
            </a:pPr>
            <a:r>
              <a:rPr lang="pt-BR" sz="2100">
                <a:solidFill>
                  <a:schemeClr val="lt1"/>
                </a:solidFill>
                <a:latin typeface="Raleway Black"/>
                <a:ea typeface="Raleway Black"/>
                <a:cs typeface="Raleway Black"/>
                <a:sym typeface="Raleway Black"/>
              </a:rPr>
              <a:t>lorem ipsum</a:t>
            </a:r>
            <a:endParaRPr sz="2100">
              <a:solidFill>
                <a:schemeClr val="lt1"/>
              </a:solidFill>
              <a:latin typeface="Raleway Black"/>
              <a:ea typeface="Raleway Black"/>
              <a:cs typeface="Raleway Black"/>
              <a:sym typeface="Raleway Black"/>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